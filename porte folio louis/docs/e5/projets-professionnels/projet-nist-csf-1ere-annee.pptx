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4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5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6.xml" ContentType="application/vnd.openxmlformats-officedocument.theme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7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theme/theme8.xml" ContentType="application/vnd.openxmlformats-officedocument.theme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9.xml" ContentType="application/vnd.openxmlformats-officedocument.theme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theme/theme10.xml" ContentType="application/vnd.openxmlformats-officedocument.theme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theme/theme11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comments/modernComment_7FFFD36B_888A0CCC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75" r:id="rId4"/>
    <p:sldMasterId id="2147484409" r:id="rId5"/>
    <p:sldMasterId id="2147484466" r:id="rId6"/>
    <p:sldMasterId id="2147484672" r:id="rId7"/>
    <p:sldMasterId id="2147484491" r:id="rId8"/>
    <p:sldMasterId id="2147484516" r:id="rId9"/>
    <p:sldMasterId id="2147484541" r:id="rId10"/>
    <p:sldMasterId id="2147484566" r:id="rId11"/>
    <p:sldMasterId id="2147484439" r:id="rId12"/>
    <p:sldMasterId id="2147484591" r:id="rId13"/>
    <p:sldMasterId id="2147484616" r:id="rId14"/>
    <p:sldMasterId id="2147484641" r:id="rId15"/>
  </p:sldMasterIdLst>
  <p:notesMasterIdLst>
    <p:notesMasterId r:id="rId21"/>
  </p:notesMasterIdLst>
  <p:handoutMasterIdLst>
    <p:handoutMasterId r:id="rId22"/>
  </p:handoutMasterIdLst>
  <p:sldIdLst>
    <p:sldId id="2147472235" r:id="rId16"/>
    <p:sldId id="2147472224" r:id="rId17"/>
    <p:sldId id="2147472236" r:id="rId18"/>
    <p:sldId id="2147472230" r:id="rId19"/>
    <p:sldId id="486" r:id="rId20"/>
  </p:sldIdLst>
  <p:sldSz cx="12192000" cy="6858000"/>
  <p:notesSz cx="6735763" cy="9866313"/>
  <p:embeddedFontLst>
    <p:embeddedFont>
      <p:font typeface="Aptos Narrow" panose="020B0004020202020204" pitchFamily="34" charset="0"/>
      <p:regular r:id="rId23"/>
      <p:bold r:id="rId24"/>
    </p:embeddedFont>
    <p:embeddedFont>
      <p:font typeface="Danone One" panose="020B0504030202020204" pitchFamily="34" charset="0"/>
      <p:regular r:id="rId25"/>
      <p:bold r:id="rId26"/>
      <p:italic r:id="rId27"/>
    </p:embeddedFont>
    <p:embeddedFont>
      <p:font typeface="Danone One Condensed" panose="020B0504030202020204" pitchFamily="34" charset="0"/>
      <p:regular r:id="rId28"/>
      <p:bold r:id="rId29"/>
    </p:embeddedFont>
    <p:embeddedFont>
      <p:font typeface="Danone One Light" panose="020B0304030202020204" pitchFamily="34" charset="0"/>
      <p:regular r:id="rId30"/>
    </p:embeddedFont>
    <p:embeddedFont>
      <p:font typeface="Oswald Light" pitchFamily="2" charset="0"/>
      <p:regular r:id="rId31"/>
    </p:embeddedFont>
    <p:embeddedFont>
      <p:font typeface="Oswald SemiBold" pitchFamily="2" charset="0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90285B-8946-488F-A626-54D1076D1F81}">
          <p14:sldIdLst>
            <p14:sldId id="2147472235"/>
            <p14:sldId id="2147472224"/>
            <p14:sldId id="2147472236"/>
            <p14:sldId id="2147472230"/>
            <p14:sldId id="4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9ECDF3-D890-2D81-4FA9-1E40CD000693}" name="PORTE Sandrine" initials="SP" userId="S::sandrine.capronnier@danone.com::cd7bfe3f-b180-48bf-9c10-1e07240b1a6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9221"/>
    <a:srgbClr val="ED7D31"/>
    <a:srgbClr val="FFD20E"/>
    <a:srgbClr val="F9901F"/>
    <a:srgbClr val="F69121"/>
    <a:srgbClr val="F8911F"/>
    <a:srgbClr val="F05B2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5262C0-AED1-47D5-82A0-7E37270F4B29}" v="7" dt="2025-05-27T11:15:04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6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2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3.xml"/><Relationship Id="rId26" Type="http://schemas.openxmlformats.org/officeDocument/2006/relationships/font" Target="fonts/font4.fntdata"/><Relationship Id="rId39" Type="http://schemas.microsoft.com/office/2018/10/relationships/authors" Target="authors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2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4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RTE Sandrine" userId="cd7bfe3f-b180-48bf-9c10-1e07240b1a67" providerId="ADAL" clId="{EB5262C0-AED1-47D5-82A0-7E37270F4B29}"/>
    <pc:docChg chg="undo custSel addSld delSld modSld sldOrd delSection modSection">
      <pc:chgData name="PORTE Sandrine" userId="cd7bfe3f-b180-48bf-9c10-1e07240b1a67" providerId="ADAL" clId="{EB5262C0-AED1-47D5-82A0-7E37270F4B29}" dt="2025-05-27T11:20:09.493" v="99"/>
      <pc:docMkLst>
        <pc:docMk/>
      </pc:docMkLst>
      <pc:sldChg chg="addSp del mod">
        <pc:chgData name="PORTE Sandrine" userId="cd7bfe3f-b180-48bf-9c10-1e07240b1a67" providerId="ADAL" clId="{EB5262C0-AED1-47D5-82A0-7E37270F4B29}" dt="2025-05-27T11:07:44.398" v="2" actId="47"/>
        <pc:sldMkLst>
          <pc:docMk/>
          <pc:sldMk cId="3828112648" sldId="478"/>
        </pc:sldMkLst>
        <pc:spChg chg="add">
          <ac:chgData name="PORTE Sandrine" userId="cd7bfe3f-b180-48bf-9c10-1e07240b1a67" providerId="ADAL" clId="{EB5262C0-AED1-47D5-82A0-7E37270F4B29}" dt="2025-05-27T11:07:27.037" v="0" actId="22"/>
          <ac:spMkLst>
            <pc:docMk/>
            <pc:sldMk cId="3828112648" sldId="478"/>
            <ac:spMk id="5" creationId="{234EEE5E-E169-D672-91AA-04D6C70B491D}"/>
          </ac:spMkLst>
        </pc:spChg>
      </pc:sldChg>
      <pc:sldChg chg="ord">
        <pc:chgData name="PORTE Sandrine" userId="cd7bfe3f-b180-48bf-9c10-1e07240b1a67" providerId="ADAL" clId="{EB5262C0-AED1-47D5-82A0-7E37270F4B29}" dt="2025-05-27T11:10:42" v="26"/>
        <pc:sldMkLst>
          <pc:docMk/>
          <pc:sldMk cId="3051394940" sldId="486"/>
        </pc:sldMkLst>
      </pc:sldChg>
      <pc:sldChg chg="del">
        <pc:chgData name="PORTE Sandrine" userId="cd7bfe3f-b180-48bf-9c10-1e07240b1a67" providerId="ADAL" clId="{EB5262C0-AED1-47D5-82A0-7E37270F4B29}" dt="2025-05-27T11:07:48.703" v="4" actId="47"/>
        <pc:sldMkLst>
          <pc:docMk/>
          <pc:sldMk cId="1567763956" sldId="511"/>
        </pc:sldMkLst>
      </pc:sldChg>
      <pc:sldChg chg="addSp delSp modSp mod ord">
        <pc:chgData name="PORTE Sandrine" userId="cd7bfe3f-b180-48bf-9c10-1e07240b1a67" providerId="ADAL" clId="{EB5262C0-AED1-47D5-82A0-7E37270F4B29}" dt="2025-05-27T11:14:13.858" v="63" actId="1076"/>
        <pc:sldMkLst>
          <pc:docMk/>
          <pc:sldMk cId="1744207609" sldId="2147472224"/>
        </pc:sldMkLst>
        <pc:spChg chg="mod">
          <ac:chgData name="PORTE Sandrine" userId="cd7bfe3f-b180-48bf-9c10-1e07240b1a67" providerId="ADAL" clId="{EB5262C0-AED1-47D5-82A0-7E37270F4B29}" dt="2025-05-27T11:14:13.858" v="63" actId="1076"/>
          <ac:spMkLst>
            <pc:docMk/>
            <pc:sldMk cId="1744207609" sldId="2147472224"/>
            <ac:spMk id="2" creationId="{65044552-0C9B-1C10-D5E0-75E81BD82FF5}"/>
          </ac:spMkLst>
        </pc:spChg>
        <pc:spChg chg="mod">
          <ac:chgData name="PORTE Sandrine" userId="cd7bfe3f-b180-48bf-9c10-1e07240b1a67" providerId="ADAL" clId="{EB5262C0-AED1-47D5-82A0-7E37270F4B29}" dt="2025-05-27T11:14:10.262" v="62" actId="1076"/>
          <ac:spMkLst>
            <pc:docMk/>
            <pc:sldMk cId="1744207609" sldId="2147472224"/>
            <ac:spMk id="3" creationId="{97FD8B63-0BAE-977E-1CE5-DE70A730BC80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4" creationId="{79332899-5D11-56B3-A6B1-4C5314EFE39E}"/>
          </ac:spMkLst>
        </pc:spChg>
        <pc:spChg chg="del mod">
          <ac:chgData name="PORTE Sandrine" userId="cd7bfe3f-b180-48bf-9c10-1e07240b1a67" providerId="ADAL" clId="{EB5262C0-AED1-47D5-82A0-7E37270F4B29}" dt="2025-05-27T11:09:11.771" v="17" actId="478"/>
          <ac:spMkLst>
            <pc:docMk/>
            <pc:sldMk cId="1744207609" sldId="2147472224"/>
            <ac:spMk id="5" creationId="{EAF7AE7A-1E5A-D0EB-1559-08D6F51D1686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9" creationId="{7A0C5BFB-D639-C4CD-2BE3-0B5AD2A265C5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10" creationId="{FBA4E105-BB97-D77A-5FB1-70464285C16E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11" creationId="{0C051B3D-43BD-B0D8-C52D-31F066CCC1A1}"/>
          </ac:spMkLst>
        </pc:spChg>
        <pc:spChg chg="add mod">
          <ac:chgData name="PORTE Sandrine" userId="cd7bfe3f-b180-48bf-9c10-1e07240b1a67" providerId="ADAL" clId="{EB5262C0-AED1-47D5-82A0-7E37270F4B29}" dt="2025-05-27T11:09:04.862" v="16" actId="108"/>
          <ac:spMkLst>
            <pc:docMk/>
            <pc:sldMk cId="1744207609" sldId="2147472224"/>
            <ac:spMk id="18" creationId="{9B045EE8-90CA-FF91-8ECE-77EF9041BFF0}"/>
          </ac:spMkLst>
        </pc:spChg>
        <pc:spChg chg="add mod">
          <ac:chgData name="PORTE Sandrine" userId="cd7bfe3f-b180-48bf-9c10-1e07240b1a67" providerId="ADAL" clId="{EB5262C0-AED1-47D5-82A0-7E37270F4B29}" dt="2025-05-27T11:09:29.678" v="19" actId="1076"/>
          <ac:spMkLst>
            <pc:docMk/>
            <pc:sldMk cId="1744207609" sldId="2147472224"/>
            <ac:spMk id="21" creationId="{7B9B1968-7DC5-2C2E-7F76-268DFFA6002A}"/>
          </ac:spMkLst>
        </pc:spChg>
        <pc:spChg chg="add mod">
          <ac:chgData name="PORTE Sandrine" userId="cd7bfe3f-b180-48bf-9c10-1e07240b1a67" providerId="ADAL" clId="{EB5262C0-AED1-47D5-82A0-7E37270F4B29}" dt="2025-05-27T11:09:29.678" v="19" actId="1076"/>
          <ac:spMkLst>
            <pc:docMk/>
            <pc:sldMk cId="1744207609" sldId="2147472224"/>
            <ac:spMk id="22" creationId="{F14D8873-E6CE-2D1A-7C53-B392675CC556}"/>
          </ac:spMkLst>
        </pc:spChg>
        <pc:spChg chg="add mod">
          <ac:chgData name="PORTE Sandrine" userId="cd7bfe3f-b180-48bf-9c10-1e07240b1a67" providerId="ADAL" clId="{EB5262C0-AED1-47D5-82A0-7E37270F4B29}" dt="2025-05-27T11:09:29.678" v="19" actId="1076"/>
          <ac:spMkLst>
            <pc:docMk/>
            <pc:sldMk cId="1744207609" sldId="2147472224"/>
            <ac:spMk id="23" creationId="{32BF921F-E0BA-FBA0-5FA8-036121F81B4C}"/>
          </ac:spMkLst>
        </pc:spChg>
        <pc:spChg chg="add mod">
          <ac:chgData name="PORTE Sandrine" userId="cd7bfe3f-b180-48bf-9c10-1e07240b1a67" providerId="ADAL" clId="{EB5262C0-AED1-47D5-82A0-7E37270F4B29}" dt="2025-05-27T11:09:16.210" v="18" actId="1076"/>
          <ac:spMkLst>
            <pc:docMk/>
            <pc:sldMk cId="1744207609" sldId="2147472224"/>
            <ac:spMk id="24" creationId="{E35E6D92-E9A0-E732-18E9-7AC95CD6AE1D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37" creationId="{A5526D12-EEBA-AEA1-CBB4-4A252807A275}"/>
          </ac:spMkLst>
        </pc:spChg>
        <pc:spChg chg="del">
          <ac:chgData name="PORTE Sandrine" userId="cd7bfe3f-b180-48bf-9c10-1e07240b1a67" providerId="ADAL" clId="{EB5262C0-AED1-47D5-82A0-7E37270F4B29}" dt="2025-05-27T11:08:31.236" v="10" actId="478"/>
          <ac:spMkLst>
            <pc:docMk/>
            <pc:sldMk cId="1744207609" sldId="2147472224"/>
            <ac:spMk id="39" creationId="{0E373D02-C5A3-DE3C-ABC5-50A71345D03F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40" creationId="{123B44CA-9450-633D-4028-0DAD0E00F409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42" creationId="{DA8FF46B-A0A7-1CA6-43B4-1E24F63ED059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44" creationId="{529ACA55-D528-5104-BFD6-58BFF9B16CD4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46" creationId="{B079E829-6C12-5617-64E6-44F28FB393F6}"/>
          </ac:spMkLst>
        </pc:spChg>
        <pc:spChg chg="del">
          <ac:chgData name="PORTE Sandrine" userId="cd7bfe3f-b180-48bf-9c10-1e07240b1a67" providerId="ADAL" clId="{EB5262C0-AED1-47D5-82A0-7E37270F4B29}" dt="2025-05-27T11:08:28.297" v="9" actId="478"/>
          <ac:spMkLst>
            <pc:docMk/>
            <pc:sldMk cId="1744207609" sldId="2147472224"/>
            <ac:spMk id="47" creationId="{22D38A85-E19A-D28E-217D-29E9F56B388F}"/>
          </ac:spMkLst>
        </pc:spChg>
        <pc:picChg chg="add mod">
          <ac:chgData name="PORTE Sandrine" userId="cd7bfe3f-b180-48bf-9c10-1e07240b1a67" providerId="ADAL" clId="{EB5262C0-AED1-47D5-82A0-7E37270F4B29}" dt="2025-05-27T11:09:16.210" v="18" actId="1076"/>
          <ac:picMkLst>
            <pc:docMk/>
            <pc:sldMk cId="1744207609" sldId="2147472224"/>
            <ac:picMk id="25" creationId="{F2F2D0E8-55D6-47CC-D7CA-8912E1FFD2F5}"/>
          </ac:picMkLst>
        </pc:picChg>
        <pc:picChg chg="add mod">
          <ac:chgData name="PORTE Sandrine" userId="cd7bfe3f-b180-48bf-9c10-1e07240b1a67" providerId="ADAL" clId="{EB5262C0-AED1-47D5-82A0-7E37270F4B29}" dt="2025-05-27T11:09:16.210" v="18" actId="1076"/>
          <ac:picMkLst>
            <pc:docMk/>
            <pc:sldMk cId="1744207609" sldId="2147472224"/>
            <ac:picMk id="26" creationId="{23A09A63-07E1-0983-8944-C358EE453EE4}"/>
          </ac:picMkLst>
        </pc:picChg>
        <pc:picChg chg="add mod">
          <ac:chgData name="PORTE Sandrine" userId="cd7bfe3f-b180-48bf-9c10-1e07240b1a67" providerId="ADAL" clId="{EB5262C0-AED1-47D5-82A0-7E37270F4B29}" dt="2025-05-27T11:09:16.210" v="18" actId="1076"/>
          <ac:picMkLst>
            <pc:docMk/>
            <pc:sldMk cId="1744207609" sldId="2147472224"/>
            <ac:picMk id="27" creationId="{08868452-2145-C2CC-DC95-5720864F8ED5}"/>
          </ac:picMkLst>
        </pc:picChg>
        <pc:cxnChg chg="add mod">
          <ac:chgData name="PORTE Sandrine" userId="cd7bfe3f-b180-48bf-9c10-1e07240b1a67" providerId="ADAL" clId="{EB5262C0-AED1-47D5-82A0-7E37270F4B29}" dt="2025-05-27T11:09:16.210" v="18" actId="1076"/>
          <ac:cxnSpMkLst>
            <pc:docMk/>
            <pc:sldMk cId="1744207609" sldId="2147472224"/>
            <ac:cxnSpMk id="30" creationId="{B1705C82-CFBF-B336-8361-BC0F4D6D8213}"/>
          </ac:cxnSpMkLst>
        </pc:cxnChg>
        <pc:cxnChg chg="add mod">
          <ac:chgData name="PORTE Sandrine" userId="cd7bfe3f-b180-48bf-9c10-1e07240b1a67" providerId="ADAL" clId="{EB5262C0-AED1-47D5-82A0-7E37270F4B29}" dt="2025-05-27T11:09:16.210" v="18" actId="1076"/>
          <ac:cxnSpMkLst>
            <pc:docMk/>
            <pc:sldMk cId="1744207609" sldId="2147472224"/>
            <ac:cxnSpMk id="32" creationId="{38A06488-5629-CFE2-F689-1018DE6EA09E}"/>
          </ac:cxnSpMkLst>
        </pc:cxnChg>
      </pc:sldChg>
      <pc:sldChg chg="del">
        <pc:chgData name="PORTE Sandrine" userId="cd7bfe3f-b180-48bf-9c10-1e07240b1a67" providerId="ADAL" clId="{EB5262C0-AED1-47D5-82A0-7E37270F4B29}" dt="2025-05-27T11:10:59.425" v="29" actId="47"/>
        <pc:sldMkLst>
          <pc:docMk/>
          <pc:sldMk cId="2689855546" sldId="2147472226"/>
        </pc:sldMkLst>
      </pc:sldChg>
      <pc:sldChg chg="del">
        <pc:chgData name="PORTE Sandrine" userId="cd7bfe3f-b180-48bf-9c10-1e07240b1a67" providerId="ADAL" clId="{EB5262C0-AED1-47D5-82A0-7E37270F4B29}" dt="2025-05-27T11:08:01.011" v="5" actId="47"/>
        <pc:sldMkLst>
          <pc:docMk/>
          <pc:sldMk cId="2694800681" sldId="2147472227"/>
        </pc:sldMkLst>
      </pc:sldChg>
      <pc:sldChg chg="addSp delSp modSp mod">
        <pc:chgData name="PORTE Sandrine" userId="cd7bfe3f-b180-48bf-9c10-1e07240b1a67" providerId="ADAL" clId="{EB5262C0-AED1-47D5-82A0-7E37270F4B29}" dt="2025-05-27T11:20:09.493" v="99"/>
        <pc:sldMkLst>
          <pc:docMk/>
          <pc:sldMk cId="3824524315" sldId="2147472230"/>
        </pc:sldMkLst>
        <pc:spChg chg="mod">
          <ac:chgData name="PORTE Sandrine" userId="cd7bfe3f-b180-48bf-9c10-1e07240b1a67" providerId="ADAL" clId="{EB5262C0-AED1-47D5-82A0-7E37270F4B29}" dt="2025-05-27T11:20:09.493" v="99"/>
          <ac:spMkLst>
            <pc:docMk/>
            <pc:sldMk cId="3824524315" sldId="2147472230"/>
            <ac:spMk id="2" creationId="{012A76B8-B2C4-1676-7914-D3E0B65203B0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5" creationId="{623C2FDB-DD7B-B6F8-7ACB-F9282479ABB1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9" creationId="{4AE499D3-941F-0D72-F16C-405C8312A690}"/>
          </ac:spMkLst>
        </pc:spChg>
        <pc:spChg chg="add del mod">
          <ac:chgData name="PORTE Sandrine" userId="cd7bfe3f-b180-48bf-9c10-1e07240b1a67" providerId="ADAL" clId="{EB5262C0-AED1-47D5-82A0-7E37270F4B29}" dt="2025-05-27T11:14:53.986" v="66" actId="478"/>
          <ac:spMkLst>
            <pc:docMk/>
            <pc:sldMk cId="3824524315" sldId="2147472230"/>
            <ac:spMk id="10" creationId="{0540E693-95F3-3EC9-B1FD-A0F55775EC16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14" creationId="{9CC3814E-DBA0-E902-7491-B7B26212F6D9}"/>
          </ac:spMkLst>
        </pc:spChg>
        <pc:spChg chg="add mod">
          <ac:chgData name="PORTE Sandrine" userId="cd7bfe3f-b180-48bf-9c10-1e07240b1a67" providerId="ADAL" clId="{EB5262C0-AED1-47D5-82A0-7E37270F4B29}" dt="2025-05-27T11:14:51.215" v="65"/>
          <ac:spMkLst>
            <pc:docMk/>
            <pc:sldMk cId="3824524315" sldId="2147472230"/>
            <ac:spMk id="15" creationId="{03C95DA6-12F4-37AE-C0E3-803383FFF67C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19" creationId="{E5D1F378-5845-3EB6-3C1D-2936FA90D29E}"/>
          </ac:spMkLst>
        </pc:spChg>
        <pc:spChg chg="add mod">
          <ac:chgData name="PORTE Sandrine" userId="cd7bfe3f-b180-48bf-9c10-1e07240b1a67" providerId="ADAL" clId="{EB5262C0-AED1-47D5-82A0-7E37270F4B29}" dt="2025-05-27T11:17:07.516" v="83" actId="1076"/>
          <ac:spMkLst>
            <pc:docMk/>
            <pc:sldMk cId="3824524315" sldId="2147472230"/>
            <ac:spMk id="20" creationId="{95CC69C2-D96B-2E3E-137D-414BD0FBCCE1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24" creationId="{3DB484EA-B7D3-EC10-DA69-B2CCAD3DA85B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28" creationId="{8859B053-83F4-88E3-30B1-3BF2C5EC9DA7}"/>
          </ac:spMkLst>
        </pc:spChg>
        <pc:spChg chg="mod">
          <ac:chgData name="PORTE Sandrine" userId="cd7bfe3f-b180-48bf-9c10-1e07240b1a67" providerId="ADAL" clId="{EB5262C0-AED1-47D5-82A0-7E37270F4B29}" dt="2025-05-27T11:19:05.257" v="98" actId="6549"/>
          <ac:spMkLst>
            <pc:docMk/>
            <pc:sldMk cId="3824524315" sldId="2147472230"/>
            <ac:spMk id="29" creationId="{1BE6CCED-BF32-68CE-341A-4D3425CFD5AF}"/>
          </ac:spMkLst>
        </pc:spChg>
        <pc:spChg chg="add mod">
          <ac:chgData name="PORTE Sandrine" userId="cd7bfe3f-b180-48bf-9c10-1e07240b1a67" providerId="ADAL" clId="{EB5262C0-AED1-47D5-82A0-7E37270F4B29}" dt="2025-05-27T11:17:07.516" v="83" actId="1076"/>
          <ac:spMkLst>
            <pc:docMk/>
            <pc:sldMk cId="3824524315" sldId="2147472230"/>
            <ac:spMk id="30" creationId="{CFD41F47-6D8C-CC9E-9A00-BA4F503F22F6}"/>
          </ac:spMkLst>
        </pc:spChg>
        <pc:spChg chg="add mod">
          <ac:chgData name="PORTE Sandrine" userId="cd7bfe3f-b180-48bf-9c10-1e07240b1a67" providerId="ADAL" clId="{EB5262C0-AED1-47D5-82A0-7E37270F4B29}" dt="2025-05-27T11:17:58.095" v="92" actId="1076"/>
          <ac:spMkLst>
            <pc:docMk/>
            <pc:sldMk cId="3824524315" sldId="2147472230"/>
            <ac:spMk id="31" creationId="{55F66272-EE83-90FE-657A-45ECBCD4336B}"/>
          </ac:spMkLst>
        </pc:spChg>
        <pc:spChg chg="add mod">
          <ac:chgData name="PORTE Sandrine" userId="cd7bfe3f-b180-48bf-9c10-1e07240b1a67" providerId="ADAL" clId="{EB5262C0-AED1-47D5-82A0-7E37270F4B29}" dt="2025-05-27T11:17:53.787" v="91" actId="1076"/>
          <ac:spMkLst>
            <pc:docMk/>
            <pc:sldMk cId="3824524315" sldId="2147472230"/>
            <ac:spMk id="32" creationId="{C1429DD8-7F54-A858-9347-A820D36E896D}"/>
          </ac:spMkLst>
        </pc:spChg>
        <pc:spChg chg="add mod">
          <ac:chgData name="PORTE Sandrine" userId="cd7bfe3f-b180-48bf-9c10-1e07240b1a67" providerId="ADAL" clId="{EB5262C0-AED1-47D5-82A0-7E37270F4B29}" dt="2025-05-27T11:18:14.692" v="95" actId="120"/>
          <ac:spMkLst>
            <pc:docMk/>
            <pc:sldMk cId="3824524315" sldId="2147472230"/>
            <ac:spMk id="33" creationId="{501CC3E6-3F38-4367-1D7C-ABAA97B9D88C}"/>
          </ac:spMkLst>
        </pc:spChg>
        <pc:spChg chg="add del mod">
          <ac:chgData name="PORTE Sandrine" userId="cd7bfe3f-b180-48bf-9c10-1e07240b1a67" providerId="ADAL" clId="{EB5262C0-AED1-47D5-82A0-7E37270F4B29}" dt="2025-05-27T11:15:36.928" v="72" actId="478"/>
          <ac:spMkLst>
            <pc:docMk/>
            <pc:sldMk cId="3824524315" sldId="2147472230"/>
            <ac:spMk id="34" creationId="{12F59F96-1A2A-7AC7-B654-64809B6808BA}"/>
          </ac:spMkLst>
        </pc:spChg>
        <pc:spChg chg="add mod">
          <ac:chgData name="PORTE Sandrine" userId="cd7bfe3f-b180-48bf-9c10-1e07240b1a67" providerId="ADAL" clId="{EB5262C0-AED1-47D5-82A0-7E37270F4B29}" dt="2025-05-27T11:17:07.516" v="83" actId="1076"/>
          <ac:spMkLst>
            <pc:docMk/>
            <pc:sldMk cId="3824524315" sldId="2147472230"/>
            <ac:spMk id="35" creationId="{CE41F96C-AE8F-5966-1020-5D1BF2D84A74}"/>
          </ac:spMkLst>
        </pc:spChg>
        <pc:spChg chg="add mod">
          <ac:chgData name="PORTE Sandrine" userId="cd7bfe3f-b180-48bf-9c10-1e07240b1a67" providerId="ADAL" clId="{EB5262C0-AED1-47D5-82A0-7E37270F4B29}" dt="2025-05-27T11:17:07.516" v="83" actId="1076"/>
          <ac:spMkLst>
            <pc:docMk/>
            <pc:sldMk cId="3824524315" sldId="2147472230"/>
            <ac:spMk id="36" creationId="{1C13C737-0BBD-5EA2-B45F-ED512552817D}"/>
          </ac:spMkLst>
        </pc:spChg>
        <pc:spChg chg="add mod">
          <ac:chgData name="PORTE Sandrine" userId="cd7bfe3f-b180-48bf-9c10-1e07240b1a67" providerId="ADAL" clId="{EB5262C0-AED1-47D5-82A0-7E37270F4B29}" dt="2025-05-27T11:17:07.516" v="83" actId="1076"/>
          <ac:spMkLst>
            <pc:docMk/>
            <pc:sldMk cId="3824524315" sldId="2147472230"/>
            <ac:spMk id="37" creationId="{A845D0D7-CCA0-B7D2-B1BC-FB452CDB0DC4}"/>
          </ac:spMkLst>
        </pc:spChg>
        <pc:spChg chg="add mod">
          <ac:chgData name="PORTE Sandrine" userId="cd7bfe3f-b180-48bf-9c10-1e07240b1a67" providerId="ADAL" clId="{EB5262C0-AED1-47D5-82A0-7E37270F4B29}" dt="2025-05-27T11:15:33.370" v="71" actId="20577"/>
          <ac:spMkLst>
            <pc:docMk/>
            <pc:sldMk cId="3824524315" sldId="2147472230"/>
            <ac:spMk id="38" creationId="{85504318-DBF1-12CA-7FD8-680A01B4745C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87" creationId="{D8791BF8-497C-0624-3D2E-5AAB7514FB1D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91" creationId="{8660311A-1482-0D77-13C3-22D5EFAC36CE}"/>
          </ac:spMkLst>
        </pc:spChg>
        <pc:spChg chg="del">
          <ac:chgData name="PORTE Sandrine" userId="cd7bfe3f-b180-48bf-9c10-1e07240b1a67" providerId="ADAL" clId="{EB5262C0-AED1-47D5-82A0-7E37270F4B29}" dt="2025-05-27T11:14:20.905" v="64" actId="478"/>
          <ac:spMkLst>
            <pc:docMk/>
            <pc:sldMk cId="3824524315" sldId="2147472230"/>
            <ac:spMk id="105" creationId="{06960C1D-87D7-A1E4-2C27-F0ECAF211D60}"/>
          </ac:spMkLst>
        </pc:spChg>
      </pc:sldChg>
      <pc:sldChg chg="del">
        <pc:chgData name="PORTE Sandrine" userId="cd7bfe3f-b180-48bf-9c10-1e07240b1a67" providerId="ADAL" clId="{EB5262C0-AED1-47D5-82A0-7E37270F4B29}" dt="2025-05-27T11:10:58.477" v="28" actId="47"/>
        <pc:sldMkLst>
          <pc:docMk/>
          <pc:sldMk cId="2672728567" sldId="2147472231"/>
        </pc:sldMkLst>
      </pc:sldChg>
      <pc:sldChg chg="del">
        <pc:chgData name="PORTE Sandrine" userId="cd7bfe3f-b180-48bf-9c10-1e07240b1a67" providerId="ADAL" clId="{EB5262C0-AED1-47D5-82A0-7E37270F4B29}" dt="2025-05-27T11:11:00.626" v="30" actId="47"/>
        <pc:sldMkLst>
          <pc:docMk/>
          <pc:sldMk cId="860757137" sldId="2147472232"/>
        </pc:sldMkLst>
      </pc:sldChg>
      <pc:sldChg chg="del ord">
        <pc:chgData name="PORTE Sandrine" userId="cd7bfe3f-b180-48bf-9c10-1e07240b1a67" providerId="ADAL" clId="{EB5262C0-AED1-47D5-82A0-7E37270F4B29}" dt="2025-05-27T11:11:01.905" v="31" actId="47"/>
        <pc:sldMkLst>
          <pc:docMk/>
          <pc:sldMk cId="1310481556" sldId="2147472233"/>
        </pc:sldMkLst>
      </pc:sldChg>
      <pc:sldChg chg="del">
        <pc:chgData name="PORTE Sandrine" userId="cd7bfe3f-b180-48bf-9c10-1e07240b1a67" providerId="ADAL" clId="{EB5262C0-AED1-47D5-82A0-7E37270F4B29}" dt="2025-05-27T11:07:48.517" v="3" actId="47"/>
        <pc:sldMkLst>
          <pc:docMk/>
          <pc:sldMk cId="3088093182" sldId="2147472234"/>
        </pc:sldMkLst>
      </pc:sldChg>
      <pc:sldChg chg="add">
        <pc:chgData name="PORTE Sandrine" userId="cd7bfe3f-b180-48bf-9c10-1e07240b1a67" providerId="ADAL" clId="{EB5262C0-AED1-47D5-82A0-7E37270F4B29}" dt="2025-05-27T11:07:42.127" v="1"/>
        <pc:sldMkLst>
          <pc:docMk/>
          <pc:sldMk cId="2290748620" sldId="2147472235"/>
        </pc:sldMkLst>
      </pc:sldChg>
      <pc:sldChg chg="addSp delSp modSp add mod">
        <pc:chgData name="PORTE Sandrine" userId="cd7bfe3f-b180-48bf-9c10-1e07240b1a67" providerId="ADAL" clId="{EB5262C0-AED1-47D5-82A0-7E37270F4B29}" dt="2025-05-27T11:14:05.454" v="61" actId="1076"/>
        <pc:sldMkLst>
          <pc:docMk/>
          <pc:sldMk cId="2726260421" sldId="2147472236"/>
        </pc:sldMkLst>
        <pc:spChg chg="mod">
          <ac:chgData name="PORTE Sandrine" userId="cd7bfe3f-b180-48bf-9c10-1e07240b1a67" providerId="ADAL" clId="{EB5262C0-AED1-47D5-82A0-7E37270F4B29}" dt="2025-05-27T11:13:59.479" v="60" actId="20577"/>
          <ac:spMkLst>
            <pc:docMk/>
            <pc:sldMk cId="2726260421" sldId="2147472236"/>
            <ac:spMk id="2" creationId="{5E95D76F-36B5-8D8B-9330-8864B4C2688F}"/>
          </ac:spMkLst>
        </pc:spChg>
        <pc:spChg chg="mod">
          <ac:chgData name="PORTE Sandrine" userId="cd7bfe3f-b180-48bf-9c10-1e07240b1a67" providerId="ADAL" clId="{EB5262C0-AED1-47D5-82A0-7E37270F4B29}" dt="2025-05-27T11:14:05.454" v="61" actId="1076"/>
          <ac:spMkLst>
            <pc:docMk/>
            <pc:sldMk cId="2726260421" sldId="2147472236"/>
            <ac:spMk id="3" creationId="{E4E2583F-9C9D-9B2C-98DC-D9E135C7DC6A}"/>
          </ac:spMkLst>
        </pc:spChg>
        <pc:spChg chg="add mod">
          <ac:chgData name="PORTE Sandrine" userId="cd7bfe3f-b180-48bf-9c10-1e07240b1a67" providerId="ADAL" clId="{EB5262C0-AED1-47D5-82A0-7E37270F4B29}" dt="2025-05-27T11:13:20.983" v="56" actId="113"/>
          <ac:spMkLst>
            <pc:docMk/>
            <pc:sldMk cId="2726260421" sldId="2147472236"/>
            <ac:spMk id="5" creationId="{E1D5F48E-D4AA-726C-684A-4127F0F647E0}"/>
          </ac:spMkLst>
        </pc:spChg>
        <pc:spChg chg="add mod">
          <ac:chgData name="PORTE Sandrine" userId="cd7bfe3f-b180-48bf-9c10-1e07240b1a67" providerId="ADAL" clId="{EB5262C0-AED1-47D5-82A0-7E37270F4B29}" dt="2025-05-27T11:13:39.768" v="57" actId="6549"/>
          <ac:spMkLst>
            <pc:docMk/>
            <pc:sldMk cId="2726260421" sldId="2147472236"/>
            <ac:spMk id="6" creationId="{7490D51C-C8FB-7A99-B1CC-AD0D861D55B1}"/>
          </ac:spMkLst>
        </pc:spChg>
        <pc:spChg chg="del">
          <ac:chgData name="PORTE Sandrine" userId="cd7bfe3f-b180-48bf-9c10-1e07240b1a67" providerId="ADAL" clId="{EB5262C0-AED1-47D5-82A0-7E37270F4B29}" dt="2025-05-27T11:11:42.396" v="35" actId="478"/>
          <ac:spMkLst>
            <pc:docMk/>
            <pc:sldMk cId="2726260421" sldId="2147472236"/>
            <ac:spMk id="18" creationId="{2576A798-E90A-8781-B090-F785BC6E90B0}"/>
          </ac:spMkLst>
        </pc:spChg>
        <pc:spChg chg="del">
          <ac:chgData name="PORTE Sandrine" userId="cd7bfe3f-b180-48bf-9c10-1e07240b1a67" providerId="ADAL" clId="{EB5262C0-AED1-47D5-82A0-7E37270F4B29}" dt="2025-05-27T11:11:42.396" v="35" actId="478"/>
          <ac:spMkLst>
            <pc:docMk/>
            <pc:sldMk cId="2726260421" sldId="2147472236"/>
            <ac:spMk id="21" creationId="{99EBC7B5-2ACD-09FF-EA50-196E832FA468}"/>
          </ac:spMkLst>
        </pc:spChg>
        <pc:spChg chg="del">
          <ac:chgData name="PORTE Sandrine" userId="cd7bfe3f-b180-48bf-9c10-1e07240b1a67" providerId="ADAL" clId="{EB5262C0-AED1-47D5-82A0-7E37270F4B29}" dt="2025-05-27T11:11:42.396" v="35" actId="478"/>
          <ac:spMkLst>
            <pc:docMk/>
            <pc:sldMk cId="2726260421" sldId="2147472236"/>
            <ac:spMk id="22" creationId="{960C2100-A4B8-F434-E661-65188C61E174}"/>
          </ac:spMkLst>
        </pc:spChg>
        <pc:spChg chg="del">
          <ac:chgData name="PORTE Sandrine" userId="cd7bfe3f-b180-48bf-9c10-1e07240b1a67" providerId="ADAL" clId="{EB5262C0-AED1-47D5-82A0-7E37270F4B29}" dt="2025-05-27T11:11:42.396" v="35" actId="478"/>
          <ac:spMkLst>
            <pc:docMk/>
            <pc:sldMk cId="2726260421" sldId="2147472236"/>
            <ac:spMk id="23" creationId="{09C00B76-DD0B-138C-4BD1-9FEDB6B07D5D}"/>
          </ac:spMkLst>
        </pc:spChg>
        <pc:spChg chg="del">
          <ac:chgData name="PORTE Sandrine" userId="cd7bfe3f-b180-48bf-9c10-1e07240b1a67" providerId="ADAL" clId="{EB5262C0-AED1-47D5-82A0-7E37270F4B29}" dt="2025-05-27T11:11:42.396" v="35" actId="478"/>
          <ac:spMkLst>
            <pc:docMk/>
            <pc:sldMk cId="2726260421" sldId="2147472236"/>
            <ac:spMk id="24" creationId="{909D5019-D96D-D6E0-32AC-D191B71D1865}"/>
          </ac:spMkLst>
        </pc:spChg>
        <pc:picChg chg="add mod">
          <ac:chgData name="PORTE Sandrine" userId="cd7bfe3f-b180-48bf-9c10-1e07240b1a67" providerId="ADAL" clId="{EB5262C0-AED1-47D5-82A0-7E37270F4B29}" dt="2025-05-27T11:13:12.510" v="54" actId="1076"/>
          <ac:picMkLst>
            <pc:docMk/>
            <pc:sldMk cId="2726260421" sldId="2147472236"/>
            <ac:picMk id="4" creationId="{44490F90-3A0F-4129-0BB2-FE7DBD781AD7}"/>
          </ac:picMkLst>
        </pc:picChg>
        <pc:picChg chg="del">
          <ac:chgData name="PORTE Sandrine" userId="cd7bfe3f-b180-48bf-9c10-1e07240b1a67" providerId="ADAL" clId="{EB5262C0-AED1-47D5-82A0-7E37270F4B29}" dt="2025-05-27T11:11:42.396" v="35" actId="478"/>
          <ac:picMkLst>
            <pc:docMk/>
            <pc:sldMk cId="2726260421" sldId="2147472236"/>
            <ac:picMk id="25" creationId="{F854C980-1609-4D80-AFCB-D51F26984C05}"/>
          </ac:picMkLst>
        </pc:picChg>
        <pc:picChg chg="del">
          <ac:chgData name="PORTE Sandrine" userId="cd7bfe3f-b180-48bf-9c10-1e07240b1a67" providerId="ADAL" clId="{EB5262C0-AED1-47D5-82A0-7E37270F4B29}" dt="2025-05-27T11:11:42.396" v="35" actId="478"/>
          <ac:picMkLst>
            <pc:docMk/>
            <pc:sldMk cId="2726260421" sldId="2147472236"/>
            <ac:picMk id="26" creationId="{C7A9BEA3-2A0A-BACB-C5CB-14F9C65930BE}"/>
          </ac:picMkLst>
        </pc:picChg>
        <pc:picChg chg="del">
          <ac:chgData name="PORTE Sandrine" userId="cd7bfe3f-b180-48bf-9c10-1e07240b1a67" providerId="ADAL" clId="{EB5262C0-AED1-47D5-82A0-7E37270F4B29}" dt="2025-05-27T11:11:42.396" v="35" actId="478"/>
          <ac:picMkLst>
            <pc:docMk/>
            <pc:sldMk cId="2726260421" sldId="2147472236"/>
            <ac:picMk id="27" creationId="{47576DB0-83CB-7124-F484-9CB1F3F2AC6B}"/>
          </ac:picMkLst>
        </pc:picChg>
        <pc:cxnChg chg="del">
          <ac:chgData name="PORTE Sandrine" userId="cd7bfe3f-b180-48bf-9c10-1e07240b1a67" providerId="ADAL" clId="{EB5262C0-AED1-47D5-82A0-7E37270F4B29}" dt="2025-05-27T11:11:42.396" v="35" actId="478"/>
          <ac:cxnSpMkLst>
            <pc:docMk/>
            <pc:sldMk cId="2726260421" sldId="2147472236"/>
            <ac:cxnSpMk id="30" creationId="{7ED7D53A-73B6-AEB8-D7FE-2C21ED5F4FE1}"/>
          </ac:cxnSpMkLst>
        </pc:cxnChg>
        <pc:cxnChg chg="del">
          <ac:chgData name="PORTE Sandrine" userId="cd7bfe3f-b180-48bf-9c10-1e07240b1a67" providerId="ADAL" clId="{EB5262C0-AED1-47D5-82A0-7E37270F4B29}" dt="2025-05-27T11:11:42.396" v="35" actId="478"/>
          <ac:cxnSpMkLst>
            <pc:docMk/>
            <pc:sldMk cId="2726260421" sldId="2147472236"/>
            <ac:cxnSpMk id="32" creationId="{A292AB8A-B0E3-E7E1-3848-8417955C62A9}"/>
          </ac:cxnSpMkLst>
        </pc:cxnChg>
      </pc:sldChg>
    </pc:docChg>
  </pc:docChgLst>
</pc:chgInfo>
</file>

<file path=ppt/comments/modernComment_7FFFD36B_888A0CC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5E726C-01C0-449F-9F7A-721650639B43}" authorId="{969ECDF3-D890-2D81-4FA9-1E40CD000693}" created="2025-05-27T11:03:28.4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90748620" sldId="2147472235"/>
      <ac:spMk id="5" creationId="{02F755B3-D7D8-2DE1-3E94-DEB59BA13D32}"/>
    </ac:deMkLst>
    <p188:txBody>
      <a:bodyPr/>
      <a:lstStyle/>
      <a:p>
        <a:r>
          <a:rPr lang="fr-FR"/>
          <a:t>J’ai changer la date pour al mettre en dessous avec ton noms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38D09D-1A2D-C668-5AB1-4EE83BE526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29713-CF3F-0CB1-18AB-FAE0A1FAA3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093C4-DEE1-4C4E-AC4A-8D017280FD94}" type="datetimeFigureOut">
              <a:rPr lang="nl-NL" smtClean="0"/>
              <a:t>27-5-2025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7D65A-68FA-58A1-E27D-85C78380D4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1B976-8285-D1BD-234A-3643389D95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0D8E1-31E2-4AB0-9777-B104CB497950}" type="slidenum">
              <a:rPr lang="nl-NL" smtClean="0"/>
              <a:t>‹N°›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74099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12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74519-6056-489F-B3DD-67FB69B5B4F9}" type="datetimeFigureOut">
              <a:rPr lang="en-GB" smtClean="0"/>
              <a:t>27/05/2025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76578-FC10-421F-932F-4524DC22D5C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90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 -&gt; Weet floor -&gt; Dry </a:t>
            </a:r>
            <a:r>
              <a:rPr lang="en-US" err="1"/>
              <a:t>ot</a:t>
            </a:r>
            <a:endParaRPr lang="en-US"/>
          </a:p>
          <a:p>
            <a:r>
              <a:rPr lang="en-US"/>
              <a:t>Backpack in the way -&gt; Take it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76578-FC10-421F-932F-4524DC22D5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3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87577-6F44-B8D3-43C8-CBB96661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19E2F-1658-8855-DD58-57AB53DC8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515FA-0FA8-B22B-921F-8ECB4B045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 -&gt; Weet floor -&gt; Dry </a:t>
            </a:r>
            <a:r>
              <a:rPr lang="en-US" err="1"/>
              <a:t>ot</a:t>
            </a:r>
            <a:endParaRPr lang="en-US"/>
          </a:p>
          <a:p>
            <a:r>
              <a:rPr lang="en-US"/>
              <a:t>Backpack in the way -&gt; Take it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4B187-67C9-7641-E4BF-34FE1E035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76578-FC10-421F-932F-4524DC22D5C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76578-FC10-421F-932F-4524DC22D5C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89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sv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svg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8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0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0.svg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0.sv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0.sv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0.svg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0.svg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0.svg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0.svg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0.sv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0.svg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0.svg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0.svg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0.svg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0.svg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2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0.svg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0.svg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0.svg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2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10.svg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10.svg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10.svg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2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2.sv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0.svg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0.svg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0.svg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96E9493-8CBA-F4AB-F885-C27A214E66DC}"/>
              </a:ext>
            </a:extLst>
          </p:cNvPr>
          <p:cNvSpPr>
            <a:spLocks/>
          </p:cNvSpPr>
          <p:nvPr userDrawn="1"/>
        </p:nvSpPr>
        <p:spPr>
          <a:xfrm>
            <a:off x="2316000" y="-5560"/>
            <a:ext cx="7560000" cy="6883880"/>
          </a:xfrm>
          <a:custGeom>
            <a:avLst/>
            <a:gdLst>
              <a:gd name="connsiteX0" fmla="*/ 2201620 w 7560000"/>
              <a:gd name="connsiteY0" fmla="*/ 0 h 6883880"/>
              <a:gd name="connsiteX1" fmla="*/ 5358380 w 7560000"/>
              <a:gd name="connsiteY1" fmla="*/ 0 h 6883880"/>
              <a:gd name="connsiteX2" fmla="*/ 5418786 w 7560000"/>
              <a:gd name="connsiteY2" fmla="*/ 27309 h 6883880"/>
              <a:gd name="connsiteX3" fmla="*/ 7560000 w 7560000"/>
              <a:gd name="connsiteY3" fmla="*/ 3434560 h 6883880"/>
              <a:gd name="connsiteX4" fmla="*/ 5418786 w 7560000"/>
              <a:gd name="connsiteY4" fmla="*/ 6841811 h 6883880"/>
              <a:gd name="connsiteX5" fmla="*/ 5325732 w 7560000"/>
              <a:gd name="connsiteY5" fmla="*/ 6883880 h 6883880"/>
              <a:gd name="connsiteX6" fmla="*/ 2234269 w 7560000"/>
              <a:gd name="connsiteY6" fmla="*/ 6883880 h 6883880"/>
              <a:gd name="connsiteX7" fmla="*/ 2141214 w 7560000"/>
              <a:gd name="connsiteY7" fmla="*/ 6841811 h 6883880"/>
              <a:gd name="connsiteX8" fmla="*/ 0 w 7560000"/>
              <a:gd name="connsiteY8" fmla="*/ 3434560 h 6883880"/>
              <a:gd name="connsiteX9" fmla="*/ 2141214 w 7560000"/>
              <a:gd name="connsiteY9" fmla="*/ 27309 h 688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60000" h="6883880">
                <a:moveTo>
                  <a:pt x="2201620" y="0"/>
                </a:moveTo>
                <a:lnTo>
                  <a:pt x="5358380" y="0"/>
                </a:lnTo>
                <a:lnTo>
                  <a:pt x="5418786" y="27309"/>
                </a:lnTo>
                <a:cubicBezTo>
                  <a:pt x="6685722" y="637782"/>
                  <a:pt x="7560000" y="1934072"/>
                  <a:pt x="7560000" y="3434560"/>
                </a:cubicBezTo>
                <a:cubicBezTo>
                  <a:pt x="7560000" y="4935049"/>
                  <a:pt x="6685722" y="6231339"/>
                  <a:pt x="5418786" y="6841811"/>
                </a:cubicBezTo>
                <a:lnTo>
                  <a:pt x="5325732" y="6883880"/>
                </a:lnTo>
                <a:lnTo>
                  <a:pt x="2234269" y="6883880"/>
                </a:lnTo>
                <a:lnTo>
                  <a:pt x="2141214" y="6841811"/>
                </a:lnTo>
                <a:cubicBezTo>
                  <a:pt x="874278" y="6231339"/>
                  <a:pt x="0" y="4935049"/>
                  <a:pt x="0" y="3434560"/>
                </a:cubicBezTo>
                <a:cubicBezTo>
                  <a:pt x="0" y="1934072"/>
                  <a:pt x="874278" y="637782"/>
                  <a:pt x="2141214" y="273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Danone One Light" panose="020B0304030202020204" pitchFamily="34" charset="0"/>
            </a:endParaRPr>
          </a:p>
        </p:txBody>
      </p:sp>
      <p:pic>
        <p:nvPicPr>
          <p:cNvPr id="20" name="Danone-_Danone_Logo_Seconadry_Watercolour_Horizontal.png">
            <a:extLst>
              <a:ext uri="{FF2B5EF4-FFF2-40B4-BE49-F238E27FC236}">
                <a16:creationId xmlns:a16="http://schemas.microsoft.com/office/drawing/2014/main" id="{C05CD3F6-E0A7-0827-933E-03CAF245965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12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9E925E10-2A9D-0B46-7030-8A65409C73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2052" y="1109663"/>
            <a:ext cx="4779962" cy="946107"/>
          </a:xfrm>
        </p:spPr>
        <p:txBody>
          <a:bodyPr>
            <a:normAutofit/>
          </a:bodyPr>
          <a:lstStyle>
            <a:lvl1pPr algn="ctr">
              <a:defRPr sz="2800" b="0" cap="none" baseline="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Date or subtitle</a:t>
            </a:r>
          </a:p>
        </p:txBody>
      </p:sp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96D84402-90FD-2192-7BFA-5631789FA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4000" y="1705245"/>
            <a:ext cx="6984000" cy="3867075"/>
          </a:xfrm>
        </p:spPr>
        <p:txBody>
          <a:bodyPr anchor="ctr">
            <a:normAutofit/>
          </a:bodyPr>
          <a:lstStyle>
            <a:lvl1pPr marL="0" algn="ctr" defTabSz="914400" rtl="0" eaLnBrk="1" latinLnBrk="0" hangingPunct="1">
              <a:defRPr lang="en-GB" sz="6600" kern="1200" cap="all" baseline="0" dirty="0">
                <a:solidFill>
                  <a:srgbClr val="005EB8"/>
                </a:solidFill>
                <a:latin typeface="Danone One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/>
              <a:t>OPENING SLIDE title</a:t>
            </a:r>
          </a:p>
        </p:txBody>
      </p:sp>
    </p:spTree>
    <p:extLst>
      <p:ext uri="{BB962C8B-B14F-4D97-AF65-F5344CB8AC3E}">
        <p14:creationId xmlns:p14="http://schemas.microsoft.com/office/powerpoint/2010/main" val="129013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35C7F47E-4896-3F02-19A7-38CADCE077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43" name="Semi Transparent">
            <a:extLst>
              <a:ext uri="{FF2B5EF4-FFF2-40B4-BE49-F238E27FC236}">
                <a16:creationId xmlns:a16="http://schemas.microsoft.com/office/drawing/2014/main" id="{7C8F9FF9-222B-6271-4667-331E39E3D69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611145" y="5105735"/>
            <a:ext cx="10737850" cy="1239838"/>
          </a:xfrm>
          <a:solidFill>
            <a:schemeClr val="bg1">
              <a:alpha val="80000"/>
            </a:schemeClr>
          </a:solidFill>
        </p:spPr>
        <p:txBody>
          <a:bodyPr lIns="216000" tIns="324000" rIns="90000" bIns="36000"/>
          <a:lstStyle>
            <a:lvl1pPr>
              <a:defRPr sz="2800" b="1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defRPr sz="1600"/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32" name="Semi Transparent">
            <a:extLst>
              <a:ext uri="{FF2B5EF4-FFF2-40B4-BE49-F238E27FC236}">
                <a16:creationId xmlns:a16="http://schemas.microsoft.com/office/drawing/2014/main" id="{720EE83D-22E8-7172-AA06-A50F3CA677A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620713" y="1752264"/>
            <a:ext cx="2066925" cy="3159895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chemeClr val="accent2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3" name="Semi Transparent">
            <a:extLst>
              <a:ext uri="{FF2B5EF4-FFF2-40B4-BE49-F238E27FC236}">
                <a16:creationId xmlns:a16="http://schemas.microsoft.com/office/drawing/2014/main" id="{F1A1DEE4-E982-7879-81D1-75AC42D837E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2788383" y="1752264"/>
            <a:ext cx="2066925" cy="3159895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chemeClr val="accent3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6" name="Semi Transparent">
            <a:extLst>
              <a:ext uri="{FF2B5EF4-FFF2-40B4-BE49-F238E27FC236}">
                <a16:creationId xmlns:a16="http://schemas.microsoft.com/office/drawing/2014/main" id="{2FEC1599-D6F8-8D44-E6CA-EF080D06F56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4956053" y="1752264"/>
            <a:ext cx="2066925" cy="3159895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rgbClr val="57BAB7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7" name="Semi Transparent">
            <a:extLst>
              <a:ext uri="{FF2B5EF4-FFF2-40B4-BE49-F238E27FC236}">
                <a16:creationId xmlns:a16="http://schemas.microsoft.com/office/drawing/2014/main" id="{4798E367-CF8A-5862-6543-94934ED330A9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7123723" y="1752264"/>
            <a:ext cx="2066925" cy="3159895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chemeClr val="accent5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8" name="Semi Transparent">
            <a:extLst>
              <a:ext uri="{FF2B5EF4-FFF2-40B4-BE49-F238E27FC236}">
                <a16:creationId xmlns:a16="http://schemas.microsoft.com/office/drawing/2014/main" id="{5175B9A6-96EE-A6A9-1E43-C32E39245AF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91394" y="1752264"/>
            <a:ext cx="2066925" cy="3159895"/>
          </a:xfrm>
          <a:solidFill>
            <a:schemeClr val="bg1">
              <a:alpha val="90000"/>
            </a:schemeClr>
          </a:solidFill>
        </p:spPr>
        <p:txBody>
          <a:bodyPr lIns="180000" tIns="288000" rIns="90000" bIns="72000"/>
          <a:lstStyle>
            <a:lvl1pPr>
              <a:spcAft>
                <a:spcPts val="1800"/>
              </a:spcAft>
              <a:defRPr sz="5400" b="1">
                <a:solidFill>
                  <a:srgbClr val="F88806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pPr lvl="0"/>
            <a:r>
              <a:rPr lang="nl-NL"/>
              <a:t>##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39" name="Title Placeholder">
            <a:extLst>
              <a:ext uri="{FF2B5EF4-FFF2-40B4-BE49-F238E27FC236}">
                <a16:creationId xmlns:a16="http://schemas.microsoft.com/office/drawing/2014/main" id="{016B83B0-E5C5-9924-D346-8E7B480A8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8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Help 1">
            <a:extLst>
              <a:ext uri="{FF2B5EF4-FFF2-40B4-BE49-F238E27FC236}">
                <a16:creationId xmlns:a16="http://schemas.microsoft.com/office/drawing/2014/main" id="{267BF61F-C55C-C348-2D59-86D2090F90E3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grpSp>
        <p:nvGrpSpPr>
          <p:cNvPr id="45" name="Help 2">
            <a:extLst>
              <a:ext uri="{FF2B5EF4-FFF2-40B4-BE49-F238E27FC236}">
                <a16:creationId xmlns:a16="http://schemas.microsoft.com/office/drawing/2014/main" id="{800777E3-F212-1CF6-C0BC-2732AE33EAB1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03A7CA5A-1B5E-ECE6-21A9-55ACAB349962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581F1E72-93D7-83CC-F6C8-BEE99C6B6727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3777AB88-5EB1-5897-C155-4FDBE721F8FB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15EBDBE1-CC26-9334-D740-519BCDA51FC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50" name="Help 3">
            <a:extLst>
              <a:ext uri="{FF2B5EF4-FFF2-40B4-BE49-F238E27FC236}">
                <a16:creationId xmlns:a16="http://schemas.microsoft.com/office/drawing/2014/main" id="{7B6AAC70-32A9-CB20-0433-DF4C2BEAC7C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1" name="Help 4">
            <a:extLst>
              <a:ext uri="{FF2B5EF4-FFF2-40B4-BE49-F238E27FC236}">
                <a16:creationId xmlns:a16="http://schemas.microsoft.com/office/drawing/2014/main" id="{9138C606-8014-BC08-01B7-21EADDC310D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52" name="Help 5">
            <a:extLst>
              <a:ext uri="{FF2B5EF4-FFF2-40B4-BE49-F238E27FC236}">
                <a16:creationId xmlns:a16="http://schemas.microsoft.com/office/drawing/2014/main" id="{1D56EA87-7F5D-204A-C78A-FF6AD1E54497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3" name="Help 6">
            <a:extLst>
              <a:ext uri="{FF2B5EF4-FFF2-40B4-BE49-F238E27FC236}">
                <a16:creationId xmlns:a16="http://schemas.microsoft.com/office/drawing/2014/main" id="{6144E9CC-2414-B81A-A709-19B4A7687204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4" name="Help 7">
            <a:extLst>
              <a:ext uri="{FF2B5EF4-FFF2-40B4-BE49-F238E27FC236}">
                <a16:creationId xmlns:a16="http://schemas.microsoft.com/office/drawing/2014/main" id="{0DF18BD2-F804-2BA7-A669-F15973EAD65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55" name="Help 8">
            <a:extLst>
              <a:ext uri="{FF2B5EF4-FFF2-40B4-BE49-F238E27FC236}">
                <a16:creationId xmlns:a16="http://schemas.microsoft.com/office/drawing/2014/main" id="{CFED0E42-2BF3-DACB-B616-96636B130CE5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56" name="Help 9">
            <a:extLst>
              <a:ext uri="{FF2B5EF4-FFF2-40B4-BE49-F238E27FC236}">
                <a16:creationId xmlns:a16="http://schemas.microsoft.com/office/drawing/2014/main" id="{10CAA60D-1FE1-A661-7ACF-779941C9461B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7" name="Help 10">
            <a:extLst>
              <a:ext uri="{FF2B5EF4-FFF2-40B4-BE49-F238E27FC236}">
                <a16:creationId xmlns:a16="http://schemas.microsoft.com/office/drawing/2014/main" id="{F9DF6221-3DBF-259D-1F2F-6F90546635AB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sp>
        <p:nvSpPr>
          <p:cNvPr id="58" name="Help 11">
            <a:extLst>
              <a:ext uri="{FF2B5EF4-FFF2-40B4-BE49-F238E27FC236}">
                <a16:creationId xmlns:a16="http://schemas.microsoft.com/office/drawing/2014/main" id="{8B339ACA-A87C-02B0-334D-9A8D2F40AB80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59" name="Help 12">
            <a:extLst>
              <a:ext uri="{FF2B5EF4-FFF2-40B4-BE49-F238E27FC236}">
                <a16:creationId xmlns:a16="http://schemas.microsoft.com/office/drawing/2014/main" id="{0E281898-527B-1FD7-F18B-0E81C3393DCC}"/>
              </a:ext>
            </a:extLst>
          </p:cNvPr>
          <p:cNvSpPr>
            <a:spLocks/>
          </p:cNvSpPr>
          <p:nvPr userDrawn="1"/>
        </p:nvSpPr>
        <p:spPr>
          <a:xfrm>
            <a:off x="1227146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60" name="Help 13">
            <a:extLst>
              <a:ext uri="{FF2B5EF4-FFF2-40B4-BE49-F238E27FC236}">
                <a16:creationId xmlns:a16="http://schemas.microsoft.com/office/drawing/2014/main" id="{F8AF36C0-E208-5885-838A-815D09AF2F9F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1" name="Help 14">
            <a:extLst>
              <a:ext uri="{FF2B5EF4-FFF2-40B4-BE49-F238E27FC236}">
                <a16:creationId xmlns:a16="http://schemas.microsoft.com/office/drawing/2014/main" id="{8CE7429C-8AD3-4C6E-30A2-4886F4AB9E27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62" name="Help 15">
            <a:extLst>
              <a:ext uri="{FF2B5EF4-FFF2-40B4-BE49-F238E27FC236}">
                <a16:creationId xmlns:a16="http://schemas.microsoft.com/office/drawing/2014/main" id="{303D5753-65F1-95F5-D707-E10579C93980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63" name="Help 16">
            <a:extLst>
              <a:ext uri="{FF2B5EF4-FFF2-40B4-BE49-F238E27FC236}">
                <a16:creationId xmlns:a16="http://schemas.microsoft.com/office/drawing/2014/main" id="{4A994E10-6590-8428-49BF-E8B69BE70AF5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</p:spTree>
    <p:extLst>
      <p:ext uri="{BB962C8B-B14F-4D97-AF65-F5344CB8AC3E}">
        <p14:creationId xmlns:p14="http://schemas.microsoft.com/office/powerpoint/2010/main" val="300480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/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4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icture Placeholder 108">
            <a:extLst>
              <a:ext uri="{FF2B5EF4-FFF2-40B4-BE49-F238E27FC236}">
                <a16:creationId xmlns:a16="http://schemas.microsoft.com/office/drawing/2014/main" id="{017F0ADE-418B-69A1-6C82-E753FD4836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" y="15"/>
            <a:ext cx="11571689" cy="6857987"/>
          </a:xfrm>
          <a:custGeom>
            <a:avLst/>
            <a:gdLst>
              <a:gd name="connsiteX0" fmla="*/ 1129489 w 11571689"/>
              <a:gd name="connsiteY0" fmla="*/ 6637185 h 6857987"/>
              <a:gd name="connsiteX1" fmla="*/ 1124884 w 11571689"/>
              <a:gd name="connsiteY1" fmla="*/ 6641790 h 6857987"/>
              <a:gd name="connsiteX2" fmla="*/ 1129489 w 11571689"/>
              <a:gd name="connsiteY2" fmla="*/ 6646394 h 6857987"/>
              <a:gd name="connsiteX3" fmla="*/ 1134093 w 11571689"/>
              <a:gd name="connsiteY3" fmla="*/ 6641790 h 6857987"/>
              <a:gd name="connsiteX4" fmla="*/ 1129489 w 11571689"/>
              <a:gd name="connsiteY4" fmla="*/ 6637185 h 6857987"/>
              <a:gd name="connsiteX5" fmla="*/ 947760 w 11571689"/>
              <a:gd name="connsiteY5" fmla="*/ 6616618 h 6857987"/>
              <a:gd name="connsiteX6" fmla="*/ 952570 w 11571689"/>
              <a:gd name="connsiteY6" fmla="*/ 6616618 h 6857987"/>
              <a:gd name="connsiteX7" fmla="*/ 958504 w 11571689"/>
              <a:gd name="connsiteY7" fmla="*/ 6622348 h 6857987"/>
              <a:gd name="connsiteX8" fmla="*/ 952570 w 11571689"/>
              <a:gd name="connsiteY8" fmla="*/ 6628078 h 6857987"/>
              <a:gd name="connsiteX9" fmla="*/ 952570 w 11571689"/>
              <a:gd name="connsiteY9" fmla="*/ 6627976 h 6857987"/>
              <a:gd name="connsiteX10" fmla="*/ 947760 w 11571689"/>
              <a:gd name="connsiteY10" fmla="*/ 6627976 h 6857987"/>
              <a:gd name="connsiteX11" fmla="*/ 1166018 w 11571689"/>
              <a:gd name="connsiteY11" fmla="*/ 6616003 h 6857987"/>
              <a:gd name="connsiteX12" fmla="*/ 1174715 w 11571689"/>
              <a:gd name="connsiteY12" fmla="*/ 6627975 h 6857987"/>
              <a:gd name="connsiteX13" fmla="*/ 1166018 w 11571689"/>
              <a:gd name="connsiteY13" fmla="*/ 6639947 h 6857987"/>
              <a:gd name="connsiteX14" fmla="*/ 1157320 w 11571689"/>
              <a:gd name="connsiteY14" fmla="*/ 6627975 h 6857987"/>
              <a:gd name="connsiteX15" fmla="*/ 1166018 w 11571689"/>
              <a:gd name="connsiteY15" fmla="*/ 6616003 h 6857987"/>
              <a:gd name="connsiteX16" fmla="*/ 842877 w 11571689"/>
              <a:gd name="connsiteY16" fmla="*/ 6616003 h 6857987"/>
              <a:gd name="connsiteX17" fmla="*/ 851574 w 11571689"/>
              <a:gd name="connsiteY17" fmla="*/ 6627975 h 6857987"/>
              <a:gd name="connsiteX18" fmla="*/ 842877 w 11571689"/>
              <a:gd name="connsiteY18" fmla="*/ 6639947 h 6857987"/>
              <a:gd name="connsiteX19" fmla="*/ 834179 w 11571689"/>
              <a:gd name="connsiteY19" fmla="*/ 6627975 h 6857987"/>
              <a:gd name="connsiteX20" fmla="*/ 842877 w 11571689"/>
              <a:gd name="connsiteY20" fmla="*/ 6616003 h 6857987"/>
              <a:gd name="connsiteX21" fmla="*/ 1341097 w 11571689"/>
              <a:gd name="connsiteY21" fmla="*/ 6614162 h 6857987"/>
              <a:gd name="connsiteX22" fmla="*/ 1345702 w 11571689"/>
              <a:gd name="connsiteY22" fmla="*/ 6631250 h 6857987"/>
              <a:gd name="connsiteX23" fmla="*/ 1336492 w 11571689"/>
              <a:gd name="connsiteY23" fmla="*/ 6631250 h 6857987"/>
              <a:gd name="connsiteX24" fmla="*/ 1011201 w 11571689"/>
              <a:gd name="connsiteY24" fmla="*/ 6614162 h 6857987"/>
              <a:gd name="connsiteX25" fmla="*/ 1015806 w 11571689"/>
              <a:gd name="connsiteY25" fmla="*/ 6631250 h 6857987"/>
              <a:gd name="connsiteX26" fmla="*/ 1006596 w 11571689"/>
              <a:gd name="connsiteY26" fmla="*/ 6631250 h 6857987"/>
              <a:gd name="connsiteX27" fmla="*/ 1413644 w 11571689"/>
              <a:gd name="connsiteY27" fmla="*/ 6610069 h 6857987"/>
              <a:gd name="connsiteX28" fmla="*/ 1413644 w 11571689"/>
              <a:gd name="connsiteY28" fmla="*/ 6646087 h 6857987"/>
              <a:gd name="connsiteX29" fmla="*/ 1421625 w 11571689"/>
              <a:gd name="connsiteY29" fmla="*/ 6646087 h 6857987"/>
              <a:gd name="connsiteX30" fmla="*/ 1421625 w 11571689"/>
              <a:gd name="connsiteY30" fmla="*/ 6630636 h 6857987"/>
              <a:gd name="connsiteX31" fmla="*/ 1434416 w 11571689"/>
              <a:gd name="connsiteY31" fmla="*/ 6630636 h 6857987"/>
              <a:gd name="connsiteX32" fmla="*/ 1434416 w 11571689"/>
              <a:gd name="connsiteY32" fmla="*/ 6646087 h 6857987"/>
              <a:gd name="connsiteX33" fmla="*/ 1442397 w 11571689"/>
              <a:gd name="connsiteY33" fmla="*/ 6646087 h 6857987"/>
              <a:gd name="connsiteX34" fmla="*/ 1442397 w 11571689"/>
              <a:gd name="connsiteY34" fmla="*/ 6610069 h 6857987"/>
              <a:gd name="connsiteX35" fmla="*/ 1434416 w 11571689"/>
              <a:gd name="connsiteY35" fmla="*/ 6610069 h 6857987"/>
              <a:gd name="connsiteX36" fmla="*/ 1434416 w 11571689"/>
              <a:gd name="connsiteY36" fmla="*/ 6624088 h 6857987"/>
              <a:gd name="connsiteX37" fmla="*/ 1421625 w 11571689"/>
              <a:gd name="connsiteY37" fmla="*/ 6624088 h 6857987"/>
              <a:gd name="connsiteX38" fmla="*/ 1421625 w 11571689"/>
              <a:gd name="connsiteY38" fmla="*/ 6610069 h 6857987"/>
              <a:gd name="connsiteX39" fmla="*/ 1381617 w 11571689"/>
              <a:gd name="connsiteY39" fmla="*/ 6610069 h 6857987"/>
              <a:gd name="connsiteX40" fmla="*/ 1381617 w 11571689"/>
              <a:gd name="connsiteY40" fmla="*/ 6616618 h 6857987"/>
              <a:gd name="connsiteX41" fmla="*/ 1391645 w 11571689"/>
              <a:gd name="connsiteY41" fmla="*/ 6616618 h 6857987"/>
              <a:gd name="connsiteX42" fmla="*/ 1391645 w 11571689"/>
              <a:gd name="connsiteY42" fmla="*/ 6646087 h 6857987"/>
              <a:gd name="connsiteX43" fmla="*/ 1399626 w 11571689"/>
              <a:gd name="connsiteY43" fmla="*/ 6646087 h 6857987"/>
              <a:gd name="connsiteX44" fmla="*/ 1399626 w 11571689"/>
              <a:gd name="connsiteY44" fmla="*/ 6616618 h 6857987"/>
              <a:gd name="connsiteX45" fmla="*/ 1409654 w 11571689"/>
              <a:gd name="connsiteY45" fmla="*/ 6616618 h 6857987"/>
              <a:gd name="connsiteX46" fmla="*/ 1409654 w 11571689"/>
              <a:gd name="connsiteY46" fmla="*/ 6610069 h 6857987"/>
              <a:gd name="connsiteX47" fmla="*/ 1361868 w 11571689"/>
              <a:gd name="connsiteY47" fmla="*/ 6610069 h 6857987"/>
              <a:gd name="connsiteX48" fmla="*/ 1361868 w 11571689"/>
              <a:gd name="connsiteY48" fmla="*/ 6646087 h 6857987"/>
              <a:gd name="connsiteX49" fmla="*/ 1384175 w 11571689"/>
              <a:gd name="connsiteY49" fmla="*/ 6646087 h 6857987"/>
              <a:gd name="connsiteX50" fmla="*/ 1384175 w 11571689"/>
              <a:gd name="connsiteY50" fmla="*/ 6639436 h 6857987"/>
              <a:gd name="connsiteX51" fmla="*/ 1369849 w 11571689"/>
              <a:gd name="connsiteY51" fmla="*/ 6639436 h 6857987"/>
              <a:gd name="connsiteX52" fmla="*/ 1369849 w 11571689"/>
              <a:gd name="connsiteY52" fmla="*/ 6610069 h 6857987"/>
              <a:gd name="connsiteX53" fmla="*/ 1334958 w 11571689"/>
              <a:gd name="connsiteY53" fmla="*/ 6610069 h 6857987"/>
              <a:gd name="connsiteX54" fmla="*/ 1324418 w 11571689"/>
              <a:gd name="connsiteY54" fmla="*/ 6646087 h 6857987"/>
              <a:gd name="connsiteX55" fmla="*/ 1332604 w 11571689"/>
              <a:gd name="connsiteY55" fmla="*/ 6646087 h 6857987"/>
              <a:gd name="connsiteX56" fmla="*/ 1334855 w 11571689"/>
              <a:gd name="connsiteY56" fmla="*/ 6637697 h 6857987"/>
              <a:gd name="connsiteX57" fmla="*/ 1347441 w 11571689"/>
              <a:gd name="connsiteY57" fmla="*/ 6637697 h 6857987"/>
              <a:gd name="connsiteX58" fmla="*/ 1349692 w 11571689"/>
              <a:gd name="connsiteY58" fmla="*/ 6646087 h 6857987"/>
              <a:gd name="connsiteX59" fmla="*/ 1357878 w 11571689"/>
              <a:gd name="connsiteY59" fmla="*/ 6646087 h 6857987"/>
              <a:gd name="connsiteX60" fmla="*/ 1347339 w 11571689"/>
              <a:gd name="connsiteY60" fmla="*/ 6610069 h 6857987"/>
              <a:gd name="connsiteX61" fmla="*/ 1298529 w 11571689"/>
              <a:gd name="connsiteY61" fmla="*/ 6610069 h 6857987"/>
              <a:gd name="connsiteX62" fmla="*/ 1298529 w 11571689"/>
              <a:gd name="connsiteY62" fmla="*/ 6646087 h 6857987"/>
              <a:gd name="connsiteX63" fmla="*/ 1321757 w 11571689"/>
              <a:gd name="connsiteY63" fmla="*/ 6646087 h 6857987"/>
              <a:gd name="connsiteX64" fmla="*/ 1321757 w 11571689"/>
              <a:gd name="connsiteY64" fmla="*/ 6639539 h 6857987"/>
              <a:gd name="connsiteX65" fmla="*/ 1306510 w 11571689"/>
              <a:gd name="connsiteY65" fmla="*/ 6639539 h 6857987"/>
              <a:gd name="connsiteX66" fmla="*/ 1306510 w 11571689"/>
              <a:gd name="connsiteY66" fmla="*/ 6630227 h 6857987"/>
              <a:gd name="connsiteX67" fmla="*/ 1320222 w 11571689"/>
              <a:gd name="connsiteY67" fmla="*/ 6630227 h 6857987"/>
              <a:gd name="connsiteX68" fmla="*/ 1320222 w 11571689"/>
              <a:gd name="connsiteY68" fmla="*/ 6623985 h 6857987"/>
              <a:gd name="connsiteX69" fmla="*/ 1306510 w 11571689"/>
              <a:gd name="connsiteY69" fmla="*/ 6623985 h 6857987"/>
              <a:gd name="connsiteX70" fmla="*/ 1306510 w 11571689"/>
              <a:gd name="connsiteY70" fmla="*/ 6616618 h 6857987"/>
              <a:gd name="connsiteX71" fmla="*/ 1321450 w 11571689"/>
              <a:gd name="connsiteY71" fmla="*/ 6616618 h 6857987"/>
              <a:gd name="connsiteX72" fmla="*/ 1321450 w 11571689"/>
              <a:gd name="connsiteY72" fmla="*/ 6610069 h 6857987"/>
              <a:gd name="connsiteX73" fmla="*/ 1263943 w 11571689"/>
              <a:gd name="connsiteY73" fmla="*/ 6610069 h 6857987"/>
              <a:gd name="connsiteX74" fmla="*/ 1263943 w 11571689"/>
              <a:gd name="connsiteY74" fmla="*/ 6646087 h 6857987"/>
              <a:gd name="connsiteX75" fmla="*/ 1271924 w 11571689"/>
              <a:gd name="connsiteY75" fmla="*/ 6646087 h 6857987"/>
              <a:gd name="connsiteX76" fmla="*/ 1271924 w 11571689"/>
              <a:gd name="connsiteY76" fmla="*/ 6630636 h 6857987"/>
              <a:gd name="connsiteX77" fmla="*/ 1284715 w 11571689"/>
              <a:gd name="connsiteY77" fmla="*/ 6630636 h 6857987"/>
              <a:gd name="connsiteX78" fmla="*/ 1284715 w 11571689"/>
              <a:gd name="connsiteY78" fmla="*/ 6646087 h 6857987"/>
              <a:gd name="connsiteX79" fmla="*/ 1292696 w 11571689"/>
              <a:gd name="connsiteY79" fmla="*/ 6646087 h 6857987"/>
              <a:gd name="connsiteX80" fmla="*/ 1292696 w 11571689"/>
              <a:gd name="connsiteY80" fmla="*/ 6610069 h 6857987"/>
              <a:gd name="connsiteX81" fmla="*/ 1284715 w 11571689"/>
              <a:gd name="connsiteY81" fmla="*/ 6610069 h 6857987"/>
              <a:gd name="connsiteX82" fmla="*/ 1284715 w 11571689"/>
              <a:gd name="connsiteY82" fmla="*/ 6624088 h 6857987"/>
              <a:gd name="connsiteX83" fmla="*/ 1271924 w 11571689"/>
              <a:gd name="connsiteY83" fmla="*/ 6624088 h 6857987"/>
              <a:gd name="connsiteX84" fmla="*/ 1271924 w 11571689"/>
              <a:gd name="connsiteY84" fmla="*/ 6610069 h 6857987"/>
              <a:gd name="connsiteX85" fmla="*/ 1224344 w 11571689"/>
              <a:gd name="connsiteY85" fmla="*/ 6610069 h 6857987"/>
              <a:gd name="connsiteX86" fmla="*/ 1224344 w 11571689"/>
              <a:gd name="connsiteY86" fmla="*/ 6646087 h 6857987"/>
              <a:gd name="connsiteX87" fmla="*/ 1247572 w 11571689"/>
              <a:gd name="connsiteY87" fmla="*/ 6646087 h 6857987"/>
              <a:gd name="connsiteX88" fmla="*/ 1247572 w 11571689"/>
              <a:gd name="connsiteY88" fmla="*/ 6639539 h 6857987"/>
              <a:gd name="connsiteX89" fmla="*/ 1232325 w 11571689"/>
              <a:gd name="connsiteY89" fmla="*/ 6639539 h 6857987"/>
              <a:gd name="connsiteX90" fmla="*/ 1232325 w 11571689"/>
              <a:gd name="connsiteY90" fmla="*/ 6630227 h 6857987"/>
              <a:gd name="connsiteX91" fmla="*/ 1246037 w 11571689"/>
              <a:gd name="connsiteY91" fmla="*/ 6630227 h 6857987"/>
              <a:gd name="connsiteX92" fmla="*/ 1246037 w 11571689"/>
              <a:gd name="connsiteY92" fmla="*/ 6623985 h 6857987"/>
              <a:gd name="connsiteX93" fmla="*/ 1232325 w 11571689"/>
              <a:gd name="connsiteY93" fmla="*/ 6623985 h 6857987"/>
              <a:gd name="connsiteX94" fmla="*/ 1232325 w 11571689"/>
              <a:gd name="connsiteY94" fmla="*/ 6616618 h 6857987"/>
              <a:gd name="connsiteX95" fmla="*/ 1247163 w 11571689"/>
              <a:gd name="connsiteY95" fmla="*/ 6616618 h 6857987"/>
              <a:gd name="connsiteX96" fmla="*/ 1247163 w 11571689"/>
              <a:gd name="connsiteY96" fmla="*/ 6610069 h 6857987"/>
              <a:gd name="connsiteX97" fmla="*/ 1188120 w 11571689"/>
              <a:gd name="connsiteY97" fmla="*/ 6610069 h 6857987"/>
              <a:gd name="connsiteX98" fmla="*/ 1188120 w 11571689"/>
              <a:gd name="connsiteY98" fmla="*/ 6646087 h 6857987"/>
              <a:gd name="connsiteX99" fmla="*/ 1195180 w 11571689"/>
              <a:gd name="connsiteY99" fmla="*/ 6646087 h 6857987"/>
              <a:gd name="connsiteX100" fmla="*/ 1195180 w 11571689"/>
              <a:gd name="connsiteY100" fmla="*/ 6621018 h 6857987"/>
              <a:gd name="connsiteX101" fmla="*/ 1207971 w 11571689"/>
              <a:gd name="connsiteY101" fmla="*/ 6646087 h 6857987"/>
              <a:gd name="connsiteX102" fmla="*/ 1217385 w 11571689"/>
              <a:gd name="connsiteY102" fmla="*/ 6646087 h 6857987"/>
              <a:gd name="connsiteX103" fmla="*/ 1217385 w 11571689"/>
              <a:gd name="connsiteY103" fmla="*/ 6610069 h 6857987"/>
              <a:gd name="connsiteX104" fmla="*/ 1210222 w 11571689"/>
              <a:gd name="connsiteY104" fmla="*/ 6610069 h 6857987"/>
              <a:gd name="connsiteX105" fmla="*/ 1210222 w 11571689"/>
              <a:gd name="connsiteY105" fmla="*/ 6634013 h 6857987"/>
              <a:gd name="connsiteX106" fmla="*/ 1196920 w 11571689"/>
              <a:gd name="connsiteY106" fmla="*/ 6610069 h 6857987"/>
              <a:gd name="connsiteX107" fmla="*/ 1093982 w 11571689"/>
              <a:gd name="connsiteY107" fmla="*/ 6610069 h 6857987"/>
              <a:gd name="connsiteX108" fmla="*/ 1093982 w 11571689"/>
              <a:gd name="connsiteY108" fmla="*/ 6616618 h 6857987"/>
              <a:gd name="connsiteX109" fmla="*/ 1104010 w 11571689"/>
              <a:gd name="connsiteY109" fmla="*/ 6616618 h 6857987"/>
              <a:gd name="connsiteX110" fmla="*/ 1104010 w 11571689"/>
              <a:gd name="connsiteY110" fmla="*/ 6646087 h 6857987"/>
              <a:gd name="connsiteX111" fmla="*/ 1111991 w 11571689"/>
              <a:gd name="connsiteY111" fmla="*/ 6646087 h 6857987"/>
              <a:gd name="connsiteX112" fmla="*/ 1111991 w 11571689"/>
              <a:gd name="connsiteY112" fmla="*/ 6616618 h 6857987"/>
              <a:gd name="connsiteX113" fmla="*/ 1122121 w 11571689"/>
              <a:gd name="connsiteY113" fmla="*/ 6616618 h 6857987"/>
              <a:gd name="connsiteX114" fmla="*/ 1122121 w 11571689"/>
              <a:gd name="connsiteY114" fmla="*/ 6610069 h 6857987"/>
              <a:gd name="connsiteX115" fmla="*/ 1068299 w 11571689"/>
              <a:gd name="connsiteY115" fmla="*/ 6610069 h 6857987"/>
              <a:gd name="connsiteX116" fmla="*/ 1068299 w 11571689"/>
              <a:gd name="connsiteY116" fmla="*/ 6646087 h 6857987"/>
              <a:gd name="connsiteX117" fmla="*/ 1091527 w 11571689"/>
              <a:gd name="connsiteY117" fmla="*/ 6646087 h 6857987"/>
              <a:gd name="connsiteX118" fmla="*/ 1091527 w 11571689"/>
              <a:gd name="connsiteY118" fmla="*/ 6639539 h 6857987"/>
              <a:gd name="connsiteX119" fmla="*/ 1076280 w 11571689"/>
              <a:gd name="connsiteY119" fmla="*/ 6639539 h 6857987"/>
              <a:gd name="connsiteX120" fmla="*/ 1076280 w 11571689"/>
              <a:gd name="connsiteY120" fmla="*/ 6630227 h 6857987"/>
              <a:gd name="connsiteX121" fmla="*/ 1089992 w 11571689"/>
              <a:gd name="connsiteY121" fmla="*/ 6630227 h 6857987"/>
              <a:gd name="connsiteX122" fmla="*/ 1089992 w 11571689"/>
              <a:gd name="connsiteY122" fmla="*/ 6623985 h 6857987"/>
              <a:gd name="connsiteX123" fmla="*/ 1076280 w 11571689"/>
              <a:gd name="connsiteY123" fmla="*/ 6623985 h 6857987"/>
              <a:gd name="connsiteX124" fmla="*/ 1076280 w 11571689"/>
              <a:gd name="connsiteY124" fmla="*/ 6616618 h 6857987"/>
              <a:gd name="connsiteX125" fmla="*/ 1091118 w 11571689"/>
              <a:gd name="connsiteY125" fmla="*/ 6616618 h 6857987"/>
              <a:gd name="connsiteX126" fmla="*/ 1091118 w 11571689"/>
              <a:gd name="connsiteY126" fmla="*/ 6610069 h 6857987"/>
              <a:gd name="connsiteX127" fmla="*/ 1032075 w 11571689"/>
              <a:gd name="connsiteY127" fmla="*/ 6610069 h 6857987"/>
              <a:gd name="connsiteX128" fmla="*/ 1032075 w 11571689"/>
              <a:gd name="connsiteY128" fmla="*/ 6646087 h 6857987"/>
              <a:gd name="connsiteX129" fmla="*/ 1039135 w 11571689"/>
              <a:gd name="connsiteY129" fmla="*/ 6646087 h 6857987"/>
              <a:gd name="connsiteX130" fmla="*/ 1039135 w 11571689"/>
              <a:gd name="connsiteY130" fmla="*/ 6621018 h 6857987"/>
              <a:gd name="connsiteX131" fmla="*/ 1051926 w 11571689"/>
              <a:gd name="connsiteY131" fmla="*/ 6646087 h 6857987"/>
              <a:gd name="connsiteX132" fmla="*/ 1061340 w 11571689"/>
              <a:gd name="connsiteY132" fmla="*/ 6646087 h 6857987"/>
              <a:gd name="connsiteX133" fmla="*/ 1061340 w 11571689"/>
              <a:gd name="connsiteY133" fmla="*/ 6610069 h 6857987"/>
              <a:gd name="connsiteX134" fmla="*/ 1054177 w 11571689"/>
              <a:gd name="connsiteY134" fmla="*/ 6610069 h 6857987"/>
              <a:gd name="connsiteX135" fmla="*/ 1054177 w 11571689"/>
              <a:gd name="connsiteY135" fmla="*/ 6634013 h 6857987"/>
              <a:gd name="connsiteX136" fmla="*/ 1040875 w 11571689"/>
              <a:gd name="connsiteY136" fmla="*/ 6610069 h 6857987"/>
              <a:gd name="connsiteX137" fmla="*/ 1005061 w 11571689"/>
              <a:gd name="connsiteY137" fmla="*/ 6610069 h 6857987"/>
              <a:gd name="connsiteX138" fmla="*/ 994522 w 11571689"/>
              <a:gd name="connsiteY138" fmla="*/ 6646087 h 6857987"/>
              <a:gd name="connsiteX139" fmla="*/ 1002708 w 11571689"/>
              <a:gd name="connsiteY139" fmla="*/ 6646087 h 6857987"/>
              <a:gd name="connsiteX140" fmla="*/ 1004959 w 11571689"/>
              <a:gd name="connsiteY140" fmla="*/ 6637697 h 6857987"/>
              <a:gd name="connsiteX141" fmla="*/ 1017545 w 11571689"/>
              <a:gd name="connsiteY141" fmla="*/ 6637697 h 6857987"/>
              <a:gd name="connsiteX142" fmla="*/ 1019796 w 11571689"/>
              <a:gd name="connsiteY142" fmla="*/ 6646087 h 6857987"/>
              <a:gd name="connsiteX143" fmla="*/ 1027982 w 11571689"/>
              <a:gd name="connsiteY143" fmla="*/ 6646087 h 6857987"/>
              <a:gd name="connsiteX144" fmla="*/ 1017443 w 11571689"/>
              <a:gd name="connsiteY144" fmla="*/ 6610069 h 6857987"/>
              <a:gd name="connsiteX145" fmla="*/ 970680 w 11571689"/>
              <a:gd name="connsiteY145" fmla="*/ 6610069 h 6857987"/>
              <a:gd name="connsiteX146" fmla="*/ 970680 w 11571689"/>
              <a:gd name="connsiteY146" fmla="*/ 6646087 h 6857987"/>
              <a:gd name="connsiteX147" fmla="*/ 992987 w 11571689"/>
              <a:gd name="connsiteY147" fmla="*/ 6646087 h 6857987"/>
              <a:gd name="connsiteX148" fmla="*/ 992987 w 11571689"/>
              <a:gd name="connsiteY148" fmla="*/ 6639436 h 6857987"/>
              <a:gd name="connsiteX149" fmla="*/ 978661 w 11571689"/>
              <a:gd name="connsiteY149" fmla="*/ 6639436 h 6857987"/>
              <a:gd name="connsiteX150" fmla="*/ 978661 w 11571689"/>
              <a:gd name="connsiteY150" fmla="*/ 6610069 h 6857987"/>
              <a:gd name="connsiteX151" fmla="*/ 939779 w 11571689"/>
              <a:gd name="connsiteY151" fmla="*/ 6610069 h 6857987"/>
              <a:gd name="connsiteX152" fmla="*/ 939779 w 11571689"/>
              <a:gd name="connsiteY152" fmla="*/ 6646087 h 6857987"/>
              <a:gd name="connsiteX153" fmla="*/ 947760 w 11571689"/>
              <a:gd name="connsiteY153" fmla="*/ 6646087 h 6857987"/>
              <a:gd name="connsiteX154" fmla="*/ 947760 w 11571689"/>
              <a:gd name="connsiteY154" fmla="*/ 6634627 h 6857987"/>
              <a:gd name="connsiteX155" fmla="*/ 952160 w 11571689"/>
              <a:gd name="connsiteY155" fmla="*/ 6634627 h 6857987"/>
              <a:gd name="connsiteX156" fmla="*/ 966588 w 11571689"/>
              <a:gd name="connsiteY156" fmla="*/ 6622348 h 6857987"/>
              <a:gd name="connsiteX157" fmla="*/ 952160 w 11571689"/>
              <a:gd name="connsiteY157" fmla="*/ 6610069 h 6857987"/>
              <a:gd name="connsiteX158" fmla="*/ 900179 w 11571689"/>
              <a:gd name="connsiteY158" fmla="*/ 6610069 h 6857987"/>
              <a:gd name="connsiteX159" fmla="*/ 900179 w 11571689"/>
              <a:gd name="connsiteY159" fmla="*/ 6646087 h 6857987"/>
              <a:gd name="connsiteX160" fmla="*/ 923407 w 11571689"/>
              <a:gd name="connsiteY160" fmla="*/ 6646087 h 6857987"/>
              <a:gd name="connsiteX161" fmla="*/ 923407 w 11571689"/>
              <a:gd name="connsiteY161" fmla="*/ 6639539 h 6857987"/>
              <a:gd name="connsiteX162" fmla="*/ 908058 w 11571689"/>
              <a:gd name="connsiteY162" fmla="*/ 6639539 h 6857987"/>
              <a:gd name="connsiteX163" fmla="*/ 908058 w 11571689"/>
              <a:gd name="connsiteY163" fmla="*/ 6630227 h 6857987"/>
              <a:gd name="connsiteX164" fmla="*/ 921872 w 11571689"/>
              <a:gd name="connsiteY164" fmla="*/ 6630227 h 6857987"/>
              <a:gd name="connsiteX165" fmla="*/ 921872 w 11571689"/>
              <a:gd name="connsiteY165" fmla="*/ 6623985 h 6857987"/>
              <a:gd name="connsiteX166" fmla="*/ 908058 w 11571689"/>
              <a:gd name="connsiteY166" fmla="*/ 6623985 h 6857987"/>
              <a:gd name="connsiteX167" fmla="*/ 908058 w 11571689"/>
              <a:gd name="connsiteY167" fmla="*/ 6616618 h 6857987"/>
              <a:gd name="connsiteX168" fmla="*/ 922998 w 11571689"/>
              <a:gd name="connsiteY168" fmla="*/ 6616618 h 6857987"/>
              <a:gd name="connsiteX169" fmla="*/ 922998 w 11571689"/>
              <a:gd name="connsiteY169" fmla="*/ 6610069 h 6857987"/>
              <a:gd name="connsiteX170" fmla="*/ 863956 w 11571689"/>
              <a:gd name="connsiteY170" fmla="*/ 6610069 h 6857987"/>
              <a:gd name="connsiteX171" fmla="*/ 863956 w 11571689"/>
              <a:gd name="connsiteY171" fmla="*/ 6646087 h 6857987"/>
              <a:gd name="connsiteX172" fmla="*/ 871016 w 11571689"/>
              <a:gd name="connsiteY172" fmla="*/ 6646087 h 6857987"/>
              <a:gd name="connsiteX173" fmla="*/ 871016 w 11571689"/>
              <a:gd name="connsiteY173" fmla="*/ 6621018 h 6857987"/>
              <a:gd name="connsiteX174" fmla="*/ 883807 w 11571689"/>
              <a:gd name="connsiteY174" fmla="*/ 6646087 h 6857987"/>
              <a:gd name="connsiteX175" fmla="*/ 893221 w 11571689"/>
              <a:gd name="connsiteY175" fmla="*/ 6646087 h 6857987"/>
              <a:gd name="connsiteX176" fmla="*/ 893221 w 11571689"/>
              <a:gd name="connsiteY176" fmla="*/ 6610069 h 6857987"/>
              <a:gd name="connsiteX177" fmla="*/ 886058 w 11571689"/>
              <a:gd name="connsiteY177" fmla="*/ 6610069 h 6857987"/>
              <a:gd name="connsiteX178" fmla="*/ 886058 w 11571689"/>
              <a:gd name="connsiteY178" fmla="*/ 6634013 h 6857987"/>
              <a:gd name="connsiteX179" fmla="*/ 872756 w 11571689"/>
              <a:gd name="connsiteY179" fmla="*/ 6610069 h 6857987"/>
              <a:gd name="connsiteX180" fmla="*/ 1165915 w 11571689"/>
              <a:gd name="connsiteY180" fmla="*/ 6609557 h 6857987"/>
              <a:gd name="connsiteX181" fmla="*/ 1149134 w 11571689"/>
              <a:gd name="connsiteY181" fmla="*/ 6628078 h 6857987"/>
              <a:gd name="connsiteX182" fmla="*/ 1165915 w 11571689"/>
              <a:gd name="connsiteY182" fmla="*/ 6646599 h 6857987"/>
              <a:gd name="connsiteX183" fmla="*/ 1182697 w 11571689"/>
              <a:gd name="connsiteY183" fmla="*/ 6628078 h 6857987"/>
              <a:gd name="connsiteX184" fmla="*/ 1165915 w 11571689"/>
              <a:gd name="connsiteY184" fmla="*/ 6609557 h 6857987"/>
              <a:gd name="connsiteX185" fmla="*/ 842774 w 11571689"/>
              <a:gd name="connsiteY185" fmla="*/ 6609557 h 6857987"/>
              <a:gd name="connsiteX186" fmla="*/ 825993 w 11571689"/>
              <a:gd name="connsiteY186" fmla="*/ 6628078 h 6857987"/>
              <a:gd name="connsiteX187" fmla="*/ 842774 w 11571689"/>
              <a:gd name="connsiteY187" fmla="*/ 6646599 h 6857987"/>
              <a:gd name="connsiteX188" fmla="*/ 859556 w 11571689"/>
              <a:gd name="connsiteY188" fmla="*/ 6628078 h 6857987"/>
              <a:gd name="connsiteX189" fmla="*/ 842774 w 11571689"/>
              <a:gd name="connsiteY189" fmla="*/ 6609557 h 6857987"/>
              <a:gd name="connsiteX190" fmla="*/ 574785 w 11571689"/>
              <a:gd name="connsiteY190" fmla="*/ 6579269 h 6857987"/>
              <a:gd name="connsiteX191" fmla="*/ 614487 w 11571689"/>
              <a:gd name="connsiteY191" fmla="*/ 6640562 h 6857987"/>
              <a:gd name="connsiteX192" fmla="*/ 614589 w 11571689"/>
              <a:gd name="connsiteY192" fmla="*/ 6640664 h 6857987"/>
              <a:gd name="connsiteX193" fmla="*/ 620115 w 11571689"/>
              <a:gd name="connsiteY193" fmla="*/ 6628897 h 6857987"/>
              <a:gd name="connsiteX194" fmla="*/ 616124 w 11571689"/>
              <a:gd name="connsiteY194" fmla="*/ 6618971 h 6857987"/>
              <a:gd name="connsiteX195" fmla="*/ 614896 w 11571689"/>
              <a:gd name="connsiteY195" fmla="*/ 6623064 h 6857987"/>
              <a:gd name="connsiteX196" fmla="*/ 613566 w 11571689"/>
              <a:gd name="connsiteY196" fmla="*/ 6623167 h 6857987"/>
              <a:gd name="connsiteX197" fmla="*/ 574989 w 11571689"/>
              <a:gd name="connsiteY197" fmla="*/ 6579679 h 6857987"/>
              <a:gd name="connsiteX198" fmla="*/ 574785 w 11571689"/>
              <a:gd name="connsiteY198" fmla="*/ 6579269 h 6857987"/>
              <a:gd name="connsiteX199" fmla="*/ 688059 w 11571689"/>
              <a:gd name="connsiteY199" fmla="*/ 6538953 h 6857987"/>
              <a:gd name="connsiteX200" fmla="*/ 686831 w 11571689"/>
              <a:gd name="connsiteY200" fmla="*/ 6539977 h 6857987"/>
              <a:gd name="connsiteX201" fmla="*/ 684989 w 11571689"/>
              <a:gd name="connsiteY201" fmla="*/ 6540897 h 6857987"/>
              <a:gd name="connsiteX202" fmla="*/ 681305 w 11571689"/>
              <a:gd name="connsiteY202" fmla="*/ 6546014 h 6857987"/>
              <a:gd name="connsiteX203" fmla="*/ 679771 w 11571689"/>
              <a:gd name="connsiteY203" fmla="*/ 6551232 h 6857987"/>
              <a:gd name="connsiteX204" fmla="*/ 680691 w 11571689"/>
              <a:gd name="connsiteY204" fmla="*/ 6551437 h 6857987"/>
              <a:gd name="connsiteX205" fmla="*/ 684478 w 11571689"/>
              <a:gd name="connsiteY205" fmla="*/ 6550618 h 6857987"/>
              <a:gd name="connsiteX206" fmla="*/ 687854 w 11571689"/>
              <a:gd name="connsiteY206" fmla="*/ 6549186 h 6857987"/>
              <a:gd name="connsiteX207" fmla="*/ 690412 w 11571689"/>
              <a:gd name="connsiteY207" fmla="*/ 6547549 h 6857987"/>
              <a:gd name="connsiteX208" fmla="*/ 690310 w 11571689"/>
              <a:gd name="connsiteY208" fmla="*/ 6547037 h 6857987"/>
              <a:gd name="connsiteX209" fmla="*/ 689491 w 11571689"/>
              <a:gd name="connsiteY209" fmla="*/ 6546832 h 6857987"/>
              <a:gd name="connsiteX210" fmla="*/ 689082 w 11571689"/>
              <a:gd name="connsiteY210" fmla="*/ 6546423 h 6857987"/>
              <a:gd name="connsiteX211" fmla="*/ 688468 w 11571689"/>
              <a:gd name="connsiteY211" fmla="*/ 6544172 h 6857987"/>
              <a:gd name="connsiteX212" fmla="*/ 687138 w 11571689"/>
              <a:gd name="connsiteY212" fmla="*/ 6542432 h 6857987"/>
              <a:gd name="connsiteX213" fmla="*/ 687138 w 11571689"/>
              <a:gd name="connsiteY213" fmla="*/ 6542023 h 6857987"/>
              <a:gd name="connsiteX214" fmla="*/ 688264 w 11571689"/>
              <a:gd name="connsiteY214" fmla="*/ 6539670 h 6857987"/>
              <a:gd name="connsiteX215" fmla="*/ 688366 w 11571689"/>
              <a:gd name="connsiteY215" fmla="*/ 6538953 h 6857987"/>
              <a:gd name="connsiteX216" fmla="*/ 688059 w 11571689"/>
              <a:gd name="connsiteY216" fmla="*/ 6538953 h 6857987"/>
              <a:gd name="connsiteX217" fmla="*/ 685910 w 11571689"/>
              <a:gd name="connsiteY217" fmla="*/ 6530256 h 6857987"/>
              <a:gd name="connsiteX218" fmla="*/ 683454 w 11571689"/>
              <a:gd name="connsiteY218" fmla="*/ 6531177 h 6857987"/>
              <a:gd name="connsiteX219" fmla="*/ 675985 w 11571689"/>
              <a:gd name="connsiteY219" fmla="*/ 6537930 h 6857987"/>
              <a:gd name="connsiteX220" fmla="*/ 672710 w 11571689"/>
              <a:gd name="connsiteY220" fmla="*/ 6545604 h 6857987"/>
              <a:gd name="connsiteX221" fmla="*/ 672198 w 11571689"/>
              <a:gd name="connsiteY221" fmla="*/ 6549493 h 6857987"/>
              <a:gd name="connsiteX222" fmla="*/ 672812 w 11571689"/>
              <a:gd name="connsiteY222" fmla="*/ 6549595 h 6857987"/>
              <a:gd name="connsiteX223" fmla="*/ 673733 w 11571689"/>
              <a:gd name="connsiteY223" fmla="*/ 6547651 h 6857987"/>
              <a:gd name="connsiteX224" fmla="*/ 677417 w 11571689"/>
              <a:gd name="connsiteY224" fmla="*/ 6541511 h 6857987"/>
              <a:gd name="connsiteX225" fmla="*/ 684580 w 11571689"/>
              <a:gd name="connsiteY225" fmla="*/ 6534656 h 6857987"/>
              <a:gd name="connsiteX226" fmla="*/ 687854 w 11571689"/>
              <a:gd name="connsiteY226" fmla="*/ 6534860 h 6857987"/>
              <a:gd name="connsiteX227" fmla="*/ 688571 w 11571689"/>
              <a:gd name="connsiteY227" fmla="*/ 6534553 h 6857987"/>
              <a:gd name="connsiteX228" fmla="*/ 688468 w 11571689"/>
              <a:gd name="connsiteY228" fmla="*/ 6532404 h 6857987"/>
              <a:gd name="connsiteX229" fmla="*/ 685910 w 11571689"/>
              <a:gd name="connsiteY229" fmla="*/ 6530256 h 6857987"/>
              <a:gd name="connsiteX230" fmla="*/ 1312138 w 11571689"/>
              <a:gd name="connsiteY230" fmla="*/ 6518056 h 6857987"/>
              <a:gd name="connsiteX231" fmla="*/ 1312240 w 11571689"/>
              <a:gd name="connsiteY231" fmla="*/ 6518181 h 6857987"/>
              <a:gd name="connsiteX232" fmla="*/ 1312138 w 11571689"/>
              <a:gd name="connsiteY232" fmla="*/ 6518181 h 6857987"/>
              <a:gd name="connsiteX233" fmla="*/ 970575 w 11571689"/>
              <a:gd name="connsiteY233" fmla="*/ 6484720 h 6857987"/>
              <a:gd name="connsiteX234" fmla="*/ 990835 w 11571689"/>
              <a:gd name="connsiteY234" fmla="*/ 6529948 h 6857987"/>
              <a:gd name="connsiteX235" fmla="*/ 950417 w 11571689"/>
              <a:gd name="connsiteY235" fmla="*/ 6529948 h 6857987"/>
              <a:gd name="connsiteX236" fmla="*/ 970575 w 11571689"/>
              <a:gd name="connsiteY236" fmla="*/ 6484720 h 6857987"/>
              <a:gd name="connsiteX237" fmla="*/ 1181775 w 11571689"/>
              <a:gd name="connsiteY237" fmla="*/ 6482879 h 6857987"/>
              <a:gd name="connsiteX238" fmla="*/ 1214826 w 11571689"/>
              <a:gd name="connsiteY238" fmla="*/ 6519409 h 6857987"/>
              <a:gd name="connsiteX239" fmla="*/ 1181775 w 11571689"/>
              <a:gd name="connsiteY239" fmla="*/ 6556143 h 6857987"/>
              <a:gd name="connsiteX240" fmla="*/ 1148622 w 11571689"/>
              <a:gd name="connsiteY240" fmla="*/ 6519409 h 6857987"/>
              <a:gd name="connsiteX241" fmla="*/ 1181775 w 11571689"/>
              <a:gd name="connsiteY241" fmla="*/ 6482879 h 6857987"/>
              <a:gd name="connsiteX242" fmla="*/ 730524 w 11571689"/>
              <a:gd name="connsiteY242" fmla="*/ 6482777 h 6857987"/>
              <a:gd name="connsiteX243" fmla="*/ 743519 w 11571689"/>
              <a:gd name="connsiteY243" fmla="*/ 6491372 h 6857987"/>
              <a:gd name="connsiteX244" fmla="*/ 744440 w 11571689"/>
              <a:gd name="connsiteY244" fmla="*/ 6491270 h 6857987"/>
              <a:gd name="connsiteX245" fmla="*/ 750477 w 11571689"/>
              <a:gd name="connsiteY245" fmla="*/ 6484107 h 6857987"/>
              <a:gd name="connsiteX246" fmla="*/ 750887 w 11571689"/>
              <a:gd name="connsiteY246" fmla="*/ 6484209 h 6857987"/>
              <a:gd name="connsiteX247" fmla="*/ 751501 w 11571689"/>
              <a:gd name="connsiteY247" fmla="*/ 6498228 h 6857987"/>
              <a:gd name="connsiteX248" fmla="*/ 751808 w 11571689"/>
              <a:gd name="connsiteY248" fmla="*/ 6498944 h 6857987"/>
              <a:gd name="connsiteX249" fmla="*/ 762654 w 11571689"/>
              <a:gd name="connsiteY249" fmla="*/ 6512963 h 6857987"/>
              <a:gd name="connsiteX250" fmla="*/ 762449 w 11571689"/>
              <a:gd name="connsiteY250" fmla="*/ 6513372 h 6857987"/>
              <a:gd name="connsiteX251" fmla="*/ 749556 w 11571689"/>
              <a:gd name="connsiteY251" fmla="*/ 6509791 h 6857987"/>
              <a:gd name="connsiteX252" fmla="*/ 748942 w 11571689"/>
              <a:gd name="connsiteY252" fmla="*/ 6510200 h 6857987"/>
              <a:gd name="connsiteX253" fmla="*/ 742087 w 11571689"/>
              <a:gd name="connsiteY253" fmla="*/ 6525651 h 6857987"/>
              <a:gd name="connsiteX254" fmla="*/ 741882 w 11571689"/>
              <a:gd name="connsiteY254" fmla="*/ 6525753 h 6857987"/>
              <a:gd name="connsiteX255" fmla="*/ 741677 w 11571689"/>
              <a:gd name="connsiteY255" fmla="*/ 6525549 h 6857987"/>
              <a:gd name="connsiteX256" fmla="*/ 739119 w 11571689"/>
              <a:gd name="connsiteY256" fmla="*/ 6508665 h 6857987"/>
              <a:gd name="connsiteX257" fmla="*/ 738403 w 11571689"/>
              <a:gd name="connsiteY257" fmla="*/ 6508051 h 6857987"/>
              <a:gd name="connsiteX258" fmla="*/ 724282 w 11571689"/>
              <a:gd name="connsiteY258" fmla="*/ 6507335 h 6857987"/>
              <a:gd name="connsiteX259" fmla="*/ 724180 w 11571689"/>
              <a:gd name="connsiteY259" fmla="*/ 6506926 h 6857987"/>
              <a:gd name="connsiteX260" fmla="*/ 736254 w 11571689"/>
              <a:gd name="connsiteY260" fmla="*/ 6498637 h 6857987"/>
              <a:gd name="connsiteX261" fmla="*/ 736459 w 11571689"/>
              <a:gd name="connsiteY261" fmla="*/ 6497921 h 6857987"/>
              <a:gd name="connsiteX262" fmla="*/ 730217 w 11571689"/>
              <a:gd name="connsiteY262" fmla="*/ 6483084 h 6857987"/>
              <a:gd name="connsiteX263" fmla="*/ 730524 w 11571689"/>
              <a:gd name="connsiteY263" fmla="*/ 6482777 h 6857987"/>
              <a:gd name="connsiteX264" fmla="*/ 860065 w 11571689"/>
              <a:gd name="connsiteY264" fmla="*/ 6482674 h 6857987"/>
              <a:gd name="connsiteX265" fmla="*/ 900279 w 11571689"/>
              <a:gd name="connsiteY265" fmla="*/ 6519511 h 6857987"/>
              <a:gd name="connsiteX266" fmla="*/ 858018 w 11571689"/>
              <a:gd name="connsiteY266" fmla="*/ 6556757 h 6857987"/>
              <a:gd name="connsiteX267" fmla="*/ 851163 w 11571689"/>
              <a:gd name="connsiteY267" fmla="*/ 6556348 h 6857987"/>
              <a:gd name="connsiteX268" fmla="*/ 851163 w 11571689"/>
              <a:gd name="connsiteY268" fmla="*/ 6482981 h 6857987"/>
              <a:gd name="connsiteX269" fmla="*/ 860065 w 11571689"/>
              <a:gd name="connsiteY269" fmla="*/ 6482674 h 6857987"/>
              <a:gd name="connsiteX270" fmla="*/ 1393691 w 11571689"/>
              <a:gd name="connsiteY270" fmla="*/ 6482367 h 6857987"/>
              <a:gd name="connsiteX271" fmla="*/ 1411701 w 11571689"/>
              <a:gd name="connsiteY271" fmla="*/ 6489120 h 6857987"/>
              <a:gd name="connsiteX272" fmla="*/ 1419989 w 11571689"/>
              <a:gd name="connsiteY272" fmla="*/ 6507334 h 6857987"/>
              <a:gd name="connsiteX273" fmla="*/ 1420091 w 11571689"/>
              <a:gd name="connsiteY273" fmla="*/ 6509790 h 6857987"/>
              <a:gd name="connsiteX274" fmla="*/ 1417532 w 11571689"/>
              <a:gd name="connsiteY274" fmla="*/ 6509790 h 6857987"/>
              <a:gd name="connsiteX275" fmla="*/ 1368518 w 11571689"/>
              <a:gd name="connsiteY275" fmla="*/ 6509790 h 6857987"/>
              <a:gd name="connsiteX276" fmla="*/ 1365450 w 11571689"/>
              <a:gd name="connsiteY276" fmla="*/ 6509790 h 6857987"/>
              <a:gd name="connsiteX277" fmla="*/ 1366063 w 11571689"/>
              <a:gd name="connsiteY277" fmla="*/ 6507129 h 6857987"/>
              <a:gd name="connsiteX278" fmla="*/ 1393691 w 11571689"/>
              <a:gd name="connsiteY278" fmla="*/ 6482367 h 6857987"/>
              <a:gd name="connsiteX279" fmla="*/ 1242352 w 11571689"/>
              <a:gd name="connsiteY279" fmla="*/ 6465381 h 6857987"/>
              <a:gd name="connsiteX280" fmla="*/ 1242352 w 11571689"/>
              <a:gd name="connsiteY280" fmla="*/ 6573743 h 6857987"/>
              <a:gd name="connsiteX281" fmla="*/ 1265887 w 11571689"/>
              <a:gd name="connsiteY281" fmla="*/ 6573743 h 6857987"/>
              <a:gd name="connsiteX282" fmla="*/ 1265887 w 11571689"/>
              <a:gd name="connsiteY282" fmla="*/ 6499558 h 6857987"/>
              <a:gd name="connsiteX283" fmla="*/ 1314491 w 11571689"/>
              <a:gd name="connsiteY283" fmla="*/ 6573743 h 6857987"/>
              <a:gd name="connsiteX284" fmla="*/ 1314798 w 11571689"/>
              <a:gd name="connsiteY284" fmla="*/ 6573743 h 6857987"/>
              <a:gd name="connsiteX285" fmla="*/ 1335673 w 11571689"/>
              <a:gd name="connsiteY285" fmla="*/ 6573743 h 6857987"/>
              <a:gd name="connsiteX286" fmla="*/ 1335673 w 11571689"/>
              <a:gd name="connsiteY286" fmla="*/ 6465381 h 6857987"/>
              <a:gd name="connsiteX287" fmla="*/ 1312138 w 11571689"/>
              <a:gd name="connsiteY287" fmla="*/ 6465381 h 6857987"/>
              <a:gd name="connsiteX288" fmla="*/ 1312138 w 11571689"/>
              <a:gd name="connsiteY288" fmla="*/ 6518056 h 6857987"/>
              <a:gd name="connsiteX289" fmla="*/ 1287887 w 11571689"/>
              <a:gd name="connsiteY289" fmla="*/ 6488199 h 6857987"/>
              <a:gd name="connsiteX290" fmla="*/ 1262101 w 11571689"/>
              <a:gd name="connsiteY290" fmla="*/ 6465381 h 6857987"/>
              <a:gd name="connsiteX291" fmla="*/ 1027877 w 11571689"/>
              <a:gd name="connsiteY291" fmla="*/ 6465381 h 6857987"/>
              <a:gd name="connsiteX292" fmla="*/ 1027877 w 11571689"/>
              <a:gd name="connsiteY292" fmla="*/ 6573743 h 6857987"/>
              <a:gd name="connsiteX293" fmla="*/ 1051412 w 11571689"/>
              <a:gd name="connsiteY293" fmla="*/ 6573743 h 6857987"/>
              <a:gd name="connsiteX294" fmla="*/ 1051412 w 11571689"/>
              <a:gd name="connsiteY294" fmla="*/ 6499558 h 6857987"/>
              <a:gd name="connsiteX295" fmla="*/ 1100119 w 11571689"/>
              <a:gd name="connsiteY295" fmla="*/ 6573743 h 6857987"/>
              <a:gd name="connsiteX296" fmla="*/ 1100221 w 11571689"/>
              <a:gd name="connsiteY296" fmla="*/ 6573743 h 6857987"/>
              <a:gd name="connsiteX297" fmla="*/ 1120993 w 11571689"/>
              <a:gd name="connsiteY297" fmla="*/ 6573743 h 6857987"/>
              <a:gd name="connsiteX298" fmla="*/ 1120993 w 11571689"/>
              <a:gd name="connsiteY298" fmla="*/ 6465381 h 6857987"/>
              <a:gd name="connsiteX299" fmla="*/ 1097663 w 11571689"/>
              <a:gd name="connsiteY299" fmla="*/ 6465381 h 6857987"/>
              <a:gd name="connsiteX300" fmla="*/ 1097663 w 11571689"/>
              <a:gd name="connsiteY300" fmla="*/ 6518181 h 6857987"/>
              <a:gd name="connsiteX301" fmla="*/ 1073412 w 11571689"/>
              <a:gd name="connsiteY301" fmla="*/ 6488199 h 6857987"/>
              <a:gd name="connsiteX302" fmla="*/ 1047523 w 11571689"/>
              <a:gd name="connsiteY302" fmla="*/ 6465381 h 6857987"/>
              <a:gd name="connsiteX303" fmla="*/ 959830 w 11571689"/>
              <a:gd name="connsiteY303" fmla="*/ 6465381 h 6857987"/>
              <a:gd name="connsiteX304" fmla="*/ 918798 w 11571689"/>
              <a:gd name="connsiteY304" fmla="*/ 6573743 h 6857987"/>
              <a:gd name="connsiteX305" fmla="*/ 942435 w 11571689"/>
              <a:gd name="connsiteY305" fmla="*/ 6573743 h 6857987"/>
              <a:gd name="connsiteX306" fmla="*/ 945505 w 11571689"/>
              <a:gd name="connsiteY306" fmla="*/ 6550004 h 6857987"/>
              <a:gd name="connsiteX307" fmla="*/ 995542 w 11571689"/>
              <a:gd name="connsiteY307" fmla="*/ 6550004 h 6857987"/>
              <a:gd name="connsiteX308" fmla="*/ 998714 w 11571689"/>
              <a:gd name="connsiteY308" fmla="*/ 6573743 h 6857987"/>
              <a:gd name="connsiteX309" fmla="*/ 1023272 w 11571689"/>
              <a:gd name="connsiteY309" fmla="*/ 6573743 h 6857987"/>
              <a:gd name="connsiteX310" fmla="*/ 982547 w 11571689"/>
              <a:gd name="connsiteY310" fmla="*/ 6465381 h 6857987"/>
              <a:gd name="connsiteX311" fmla="*/ 1393282 w 11571689"/>
              <a:gd name="connsiteY311" fmla="*/ 6462004 h 6857987"/>
              <a:gd name="connsiteX312" fmla="*/ 1358287 w 11571689"/>
              <a:gd name="connsiteY312" fmla="*/ 6476023 h 6857987"/>
              <a:gd name="connsiteX313" fmla="*/ 1341914 w 11571689"/>
              <a:gd name="connsiteY313" fmla="*/ 6519408 h 6857987"/>
              <a:gd name="connsiteX314" fmla="*/ 1357161 w 11571689"/>
              <a:gd name="connsiteY314" fmla="*/ 6564738 h 6857987"/>
              <a:gd name="connsiteX315" fmla="*/ 1394715 w 11571689"/>
              <a:gd name="connsiteY315" fmla="*/ 6577938 h 6857987"/>
              <a:gd name="connsiteX316" fmla="*/ 1440044 w 11571689"/>
              <a:gd name="connsiteY316" fmla="*/ 6553073 h 6857987"/>
              <a:gd name="connsiteX317" fmla="*/ 1417635 w 11571689"/>
              <a:gd name="connsiteY317" fmla="*/ 6547855 h 6857987"/>
              <a:gd name="connsiteX318" fmla="*/ 1393180 w 11571689"/>
              <a:gd name="connsiteY318" fmla="*/ 6556655 h 6857987"/>
              <a:gd name="connsiteX319" fmla="*/ 1365347 w 11571689"/>
              <a:gd name="connsiteY319" fmla="*/ 6528208 h 6857987"/>
              <a:gd name="connsiteX320" fmla="*/ 1441375 w 11571689"/>
              <a:gd name="connsiteY320" fmla="*/ 6528208 h 6857987"/>
              <a:gd name="connsiteX321" fmla="*/ 1442397 w 11571689"/>
              <a:gd name="connsiteY321" fmla="*/ 6515622 h 6857987"/>
              <a:gd name="connsiteX322" fmla="*/ 1431245 w 11571689"/>
              <a:gd name="connsiteY322" fmla="*/ 6478581 h 6857987"/>
              <a:gd name="connsiteX323" fmla="*/ 1393282 w 11571689"/>
              <a:gd name="connsiteY323" fmla="*/ 6462004 h 6857987"/>
              <a:gd name="connsiteX324" fmla="*/ 858223 w 11571689"/>
              <a:gd name="connsiteY324" fmla="*/ 6462004 h 6857987"/>
              <a:gd name="connsiteX325" fmla="*/ 826093 w 11571689"/>
              <a:gd name="connsiteY325" fmla="*/ 6464562 h 6857987"/>
              <a:gd name="connsiteX326" fmla="*/ 828037 w 11571689"/>
              <a:gd name="connsiteY326" fmla="*/ 6519511 h 6857987"/>
              <a:gd name="connsiteX327" fmla="*/ 826707 w 11571689"/>
              <a:gd name="connsiteY327" fmla="*/ 6574868 h 6857987"/>
              <a:gd name="connsiteX328" fmla="*/ 854437 w 11571689"/>
              <a:gd name="connsiteY328" fmla="*/ 6577631 h 6857987"/>
              <a:gd name="connsiteX329" fmla="*/ 922893 w 11571689"/>
              <a:gd name="connsiteY329" fmla="*/ 6517771 h 6857987"/>
              <a:gd name="connsiteX330" fmla="*/ 858223 w 11571689"/>
              <a:gd name="connsiteY330" fmla="*/ 6462004 h 6857987"/>
              <a:gd name="connsiteX331" fmla="*/ 1181775 w 11571689"/>
              <a:gd name="connsiteY331" fmla="*/ 6461595 h 6857987"/>
              <a:gd name="connsiteX332" fmla="*/ 1126929 w 11571689"/>
              <a:gd name="connsiteY332" fmla="*/ 6519409 h 6857987"/>
              <a:gd name="connsiteX333" fmla="*/ 1181775 w 11571689"/>
              <a:gd name="connsiteY333" fmla="*/ 6577631 h 6857987"/>
              <a:gd name="connsiteX334" fmla="*/ 1236622 w 11571689"/>
              <a:gd name="connsiteY334" fmla="*/ 6519409 h 6857987"/>
              <a:gd name="connsiteX335" fmla="*/ 1181775 w 11571689"/>
              <a:gd name="connsiteY335" fmla="*/ 6461595 h 6857987"/>
              <a:gd name="connsiteX336" fmla="*/ 680896 w 11571689"/>
              <a:gd name="connsiteY336" fmla="*/ 6445326 h 6857987"/>
              <a:gd name="connsiteX337" fmla="*/ 572329 w 11571689"/>
              <a:gd name="connsiteY337" fmla="*/ 6546935 h 6857987"/>
              <a:gd name="connsiteX338" fmla="*/ 579901 w 11571689"/>
              <a:gd name="connsiteY338" fmla="*/ 6537828 h 6857987"/>
              <a:gd name="connsiteX339" fmla="*/ 581231 w 11571689"/>
              <a:gd name="connsiteY339" fmla="*/ 6536191 h 6857987"/>
              <a:gd name="connsiteX340" fmla="*/ 601389 w 11571689"/>
              <a:gd name="connsiteY340" fmla="*/ 6504265 h 6857987"/>
              <a:gd name="connsiteX341" fmla="*/ 639454 w 11571689"/>
              <a:gd name="connsiteY341" fmla="*/ 6489940 h 6857987"/>
              <a:gd name="connsiteX342" fmla="*/ 638943 w 11571689"/>
              <a:gd name="connsiteY342" fmla="*/ 6492702 h 6857987"/>
              <a:gd name="connsiteX343" fmla="*/ 635259 w 11571689"/>
              <a:gd name="connsiteY343" fmla="*/ 6497000 h 6857987"/>
              <a:gd name="connsiteX344" fmla="*/ 636078 w 11571689"/>
              <a:gd name="connsiteY344" fmla="*/ 6497819 h 6857987"/>
              <a:gd name="connsiteX345" fmla="*/ 644878 w 11571689"/>
              <a:gd name="connsiteY345" fmla="*/ 6495670 h 6857987"/>
              <a:gd name="connsiteX346" fmla="*/ 654701 w 11571689"/>
              <a:gd name="connsiteY346" fmla="*/ 6495056 h 6857987"/>
              <a:gd name="connsiteX347" fmla="*/ 657668 w 11571689"/>
              <a:gd name="connsiteY347" fmla="*/ 6496284 h 6857987"/>
              <a:gd name="connsiteX348" fmla="*/ 655519 w 11571689"/>
              <a:gd name="connsiteY348" fmla="*/ 6498023 h 6857987"/>
              <a:gd name="connsiteX349" fmla="*/ 653780 w 11571689"/>
              <a:gd name="connsiteY349" fmla="*/ 6499661 h 6857987"/>
              <a:gd name="connsiteX350" fmla="*/ 653678 w 11571689"/>
              <a:gd name="connsiteY350" fmla="*/ 6500274 h 6857987"/>
              <a:gd name="connsiteX351" fmla="*/ 654803 w 11571689"/>
              <a:gd name="connsiteY351" fmla="*/ 6500172 h 6857987"/>
              <a:gd name="connsiteX352" fmla="*/ 669640 w 11571689"/>
              <a:gd name="connsiteY352" fmla="*/ 6501605 h 6857987"/>
              <a:gd name="connsiteX353" fmla="*/ 684682 w 11571689"/>
              <a:gd name="connsiteY353" fmla="*/ 6509586 h 6857987"/>
              <a:gd name="connsiteX354" fmla="*/ 687138 w 11571689"/>
              <a:gd name="connsiteY354" fmla="*/ 6512451 h 6857987"/>
              <a:gd name="connsiteX355" fmla="*/ 685808 w 11571689"/>
              <a:gd name="connsiteY355" fmla="*/ 6513781 h 6857987"/>
              <a:gd name="connsiteX356" fmla="*/ 682738 w 11571689"/>
              <a:gd name="connsiteY356" fmla="*/ 6514395 h 6857987"/>
              <a:gd name="connsiteX357" fmla="*/ 683045 w 11571689"/>
              <a:gd name="connsiteY357" fmla="*/ 6515316 h 6857987"/>
              <a:gd name="connsiteX358" fmla="*/ 692254 w 11571689"/>
              <a:gd name="connsiteY358" fmla="*/ 6533018 h 6857987"/>
              <a:gd name="connsiteX359" fmla="*/ 703510 w 11571689"/>
              <a:gd name="connsiteY359" fmla="*/ 6548367 h 6857987"/>
              <a:gd name="connsiteX360" fmla="*/ 714868 w 11571689"/>
              <a:gd name="connsiteY360" fmla="*/ 6551642 h 6857987"/>
              <a:gd name="connsiteX361" fmla="*/ 714868 w 11571689"/>
              <a:gd name="connsiteY361" fmla="*/ 6558088 h 6857987"/>
              <a:gd name="connsiteX362" fmla="*/ 713538 w 11571689"/>
              <a:gd name="connsiteY362" fmla="*/ 6563716 h 6857987"/>
              <a:gd name="connsiteX363" fmla="*/ 717529 w 11571689"/>
              <a:gd name="connsiteY363" fmla="*/ 6567093 h 6857987"/>
              <a:gd name="connsiteX364" fmla="*/ 718450 w 11571689"/>
              <a:gd name="connsiteY364" fmla="*/ 6569753 h 6857987"/>
              <a:gd name="connsiteX365" fmla="*/ 716608 w 11571689"/>
              <a:gd name="connsiteY365" fmla="*/ 6572209 h 6857987"/>
              <a:gd name="connsiteX366" fmla="*/ 710673 w 11571689"/>
              <a:gd name="connsiteY366" fmla="*/ 6576404 h 6857987"/>
              <a:gd name="connsiteX367" fmla="*/ 710366 w 11571689"/>
              <a:gd name="connsiteY367" fmla="*/ 6577120 h 6857987"/>
              <a:gd name="connsiteX368" fmla="*/ 711901 w 11571689"/>
              <a:gd name="connsiteY368" fmla="*/ 6577120 h 6857987"/>
              <a:gd name="connsiteX369" fmla="*/ 714561 w 11571689"/>
              <a:gd name="connsiteY369" fmla="*/ 6576916 h 6857987"/>
              <a:gd name="connsiteX370" fmla="*/ 718143 w 11571689"/>
              <a:gd name="connsiteY370" fmla="*/ 6578758 h 6857987"/>
              <a:gd name="connsiteX371" fmla="*/ 718450 w 11571689"/>
              <a:gd name="connsiteY371" fmla="*/ 6582032 h 6857987"/>
              <a:gd name="connsiteX372" fmla="*/ 719370 w 11571689"/>
              <a:gd name="connsiteY372" fmla="*/ 6590627 h 6857987"/>
              <a:gd name="connsiteX373" fmla="*/ 712719 w 11571689"/>
              <a:gd name="connsiteY373" fmla="*/ 6605976 h 6857987"/>
              <a:gd name="connsiteX374" fmla="*/ 687650 w 11571689"/>
              <a:gd name="connsiteY374" fmla="*/ 6625520 h 6857987"/>
              <a:gd name="connsiteX375" fmla="*/ 686933 w 11571689"/>
              <a:gd name="connsiteY375" fmla="*/ 6647418 h 6857987"/>
              <a:gd name="connsiteX376" fmla="*/ 710366 w 11571689"/>
              <a:gd name="connsiteY376" fmla="*/ 6654990 h 6857987"/>
              <a:gd name="connsiteX377" fmla="*/ 714868 w 11571689"/>
              <a:gd name="connsiteY377" fmla="*/ 6657650 h 6857987"/>
              <a:gd name="connsiteX378" fmla="*/ 789770 w 11571689"/>
              <a:gd name="connsiteY378" fmla="*/ 6554200 h 6857987"/>
              <a:gd name="connsiteX379" fmla="*/ 680896 w 11571689"/>
              <a:gd name="connsiteY379" fmla="*/ 6445326 h 6857987"/>
              <a:gd name="connsiteX380" fmla="*/ 0 w 11571689"/>
              <a:gd name="connsiteY380" fmla="*/ 0 h 6857987"/>
              <a:gd name="connsiteX381" fmla="*/ 11571689 w 11571689"/>
              <a:gd name="connsiteY381" fmla="*/ 0 h 6857987"/>
              <a:gd name="connsiteX382" fmla="*/ 11571689 w 11571689"/>
              <a:gd name="connsiteY382" fmla="*/ 6857987 h 6857987"/>
              <a:gd name="connsiteX383" fmla="*/ 0 w 11571689"/>
              <a:gd name="connsiteY383" fmla="*/ 6857987 h 6857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689" h="6857987">
                <a:moveTo>
                  <a:pt x="1129489" y="6637185"/>
                </a:moveTo>
                <a:cubicBezTo>
                  <a:pt x="1126726" y="6637185"/>
                  <a:pt x="1124884" y="6639129"/>
                  <a:pt x="1124884" y="6641790"/>
                </a:cubicBezTo>
                <a:cubicBezTo>
                  <a:pt x="1124884" y="6644450"/>
                  <a:pt x="1126726" y="6646394"/>
                  <a:pt x="1129489" y="6646394"/>
                </a:cubicBezTo>
                <a:cubicBezTo>
                  <a:pt x="1132251" y="6646394"/>
                  <a:pt x="1134093" y="6644450"/>
                  <a:pt x="1134093" y="6641790"/>
                </a:cubicBezTo>
                <a:cubicBezTo>
                  <a:pt x="1134093" y="6639129"/>
                  <a:pt x="1132251" y="6637185"/>
                  <a:pt x="1129489" y="6637185"/>
                </a:cubicBezTo>
                <a:close/>
                <a:moveTo>
                  <a:pt x="947760" y="6616618"/>
                </a:moveTo>
                <a:lnTo>
                  <a:pt x="952570" y="6616618"/>
                </a:lnTo>
                <a:cubicBezTo>
                  <a:pt x="956150" y="6616618"/>
                  <a:pt x="958504" y="6618767"/>
                  <a:pt x="958504" y="6622348"/>
                </a:cubicBezTo>
                <a:cubicBezTo>
                  <a:pt x="958504" y="6625827"/>
                  <a:pt x="956150" y="6628078"/>
                  <a:pt x="952570" y="6628078"/>
                </a:cubicBezTo>
                <a:lnTo>
                  <a:pt x="952570" y="6627976"/>
                </a:lnTo>
                <a:lnTo>
                  <a:pt x="947760" y="6627976"/>
                </a:lnTo>
                <a:close/>
                <a:moveTo>
                  <a:pt x="1166018" y="6616003"/>
                </a:moveTo>
                <a:cubicBezTo>
                  <a:pt x="1171339" y="6616003"/>
                  <a:pt x="1174715" y="6620710"/>
                  <a:pt x="1174715" y="6627975"/>
                </a:cubicBezTo>
                <a:cubicBezTo>
                  <a:pt x="1174715" y="6635241"/>
                  <a:pt x="1171339" y="6639947"/>
                  <a:pt x="1166018" y="6639947"/>
                </a:cubicBezTo>
                <a:cubicBezTo>
                  <a:pt x="1160594" y="6639947"/>
                  <a:pt x="1157218" y="6635343"/>
                  <a:pt x="1157320" y="6627975"/>
                </a:cubicBezTo>
                <a:cubicBezTo>
                  <a:pt x="1157320" y="6620608"/>
                  <a:pt x="1160697" y="6616003"/>
                  <a:pt x="1166018" y="6616003"/>
                </a:cubicBezTo>
                <a:close/>
                <a:moveTo>
                  <a:pt x="842877" y="6616003"/>
                </a:moveTo>
                <a:cubicBezTo>
                  <a:pt x="848198" y="6616003"/>
                  <a:pt x="851574" y="6620710"/>
                  <a:pt x="851574" y="6627975"/>
                </a:cubicBezTo>
                <a:cubicBezTo>
                  <a:pt x="851574" y="6635241"/>
                  <a:pt x="848198" y="6639947"/>
                  <a:pt x="842877" y="6639947"/>
                </a:cubicBezTo>
                <a:cubicBezTo>
                  <a:pt x="837453" y="6639947"/>
                  <a:pt x="834077" y="6635343"/>
                  <a:pt x="834179" y="6627975"/>
                </a:cubicBezTo>
                <a:cubicBezTo>
                  <a:pt x="834179" y="6620608"/>
                  <a:pt x="837556" y="6616003"/>
                  <a:pt x="842877" y="6616003"/>
                </a:cubicBezTo>
                <a:close/>
                <a:moveTo>
                  <a:pt x="1341097" y="6614162"/>
                </a:moveTo>
                <a:lnTo>
                  <a:pt x="1345702" y="6631250"/>
                </a:lnTo>
                <a:lnTo>
                  <a:pt x="1336492" y="6631250"/>
                </a:lnTo>
                <a:close/>
                <a:moveTo>
                  <a:pt x="1011201" y="6614162"/>
                </a:moveTo>
                <a:lnTo>
                  <a:pt x="1015806" y="6631250"/>
                </a:lnTo>
                <a:lnTo>
                  <a:pt x="1006596" y="6631250"/>
                </a:lnTo>
                <a:close/>
                <a:moveTo>
                  <a:pt x="1413644" y="6610069"/>
                </a:moveTo>
                <a:lnTo>
                  <a:pt x="1413644" y="6646087"/>
                </a:lnTo>
                <a:lnTo>
                  <a:pt x="1421625" y="6646087"/>
                </a:lnTo>
                <a:lnTo>
                  <a:pt x="1421625" y="6630636"/>
                </a:lnTo>
                <a:lnTo>
                  <a:pt x="1434416" y="6630636"/>
                </a:lnTo>
                <a:lnTo>
                  <a:pt x="1434416" y="6646087"/>
                </a:lnTo>
                <a:lnTo>
                  <a:pt x="1442397" y="6646087"/>
                </a:lnTo>
                <a:lnTo>
                  <a:pt x="1442397" y="6610069"/>
                </a:lnTo>
                <a:lnTo>
                  <a:pt x="1434416" y="6610069"/>
                </a:lnTo>
                <a:lnTo>
                  <a:pt x="1434416" y="6624088"/>
                </a:lnTo>
                <a:lnTo>
                  <a:pt x="1421625" y="6624088"/>
                </a:lnTo>
                <a:lnTo>
                  <a:pt x="1421625" y="6610069"/>
                </a:lnTo>
                <a:close/>
                <a:moveTo>
                  <a:pt x="1381617" y="6610069"/>
                </a:moveTo>
                <a:lnTo>
                  <a:pt x="1381617" y="6616618"/>
                </a:lnTo>
                <a:lnTo>
                  <a:pt x="1391645" y="6616618"/>
                </a:lnTo>
                <a:lnTo>
                  <a:pt x="1391645" y="6646087"/>
                </a:lnTo>
                <a:lnTo>
                  <a:pt x="1399626" y="6646087"/>
                </a:lnTo>
                <a:lnTo>
                  <a:pt x="1399626" y="6616618"/>
                </a:lnTo>
                <a:lnTo>
                  <a:pt x="1409654" y="6616618"/>
                </a:lnTo>
                <a:lnTo>
                  <a:pt x="1409654" y="6610069"/>
                </a:lnTo>
                <a:close/>
                <a:moveTo>
                  <a:pt x="1361868" y="6610069"/>
                </a:moveTo>
                <a:lnTo>
                  <a:pt x="1361868" y="6646087"/>
                </a:lnTo>
                <a:lnTo>
                  <a:pt x="1384175" y="6646087"/>
                </a:lnTo>
                <a:lnTo>
                  <a:pt x="1384175" y="6639436"/>
                </a:lnTo>
                <a:lnTo>
                  <a:pt x="1369849" y="6639436"/>
                </a:lnTo>
                <a:lnTo>
                  <a:pt x="1369849" y="6610069"/>
                </a:lnTo>
                <a:close/>
                <a:moveTo>
                  <a:pt x="1334958" y="6610069"/>
                </a:moveTo>
                <a:lnTo>
                  <a:pt x="1324418" y="6646087"/>
                </a:lnTo>
                <a:lnTo>
                  <a:pt x="1332604" y="6646087"/>
                </a:lnTo>
                <a:lnTo>
                  <a:pt x="1334855" y="6637697"/>
                </a:lnTo>
                <a:lnTo>
                  <a:pt x="1347441" y="6637697"/>
                </a:lnTo>
                <a:lnTo>
                  <a:pt x="1349692" y="6646087"/>
                </a:lnTo>
                <a:lnTo>
                  <a:pt x="1357878" y="6646087"/>
                </a:lnTo>
                <a:lnTo>
                  <a:pt x="1347339" y="6610069"/>
                </a:lnTo>
                <a:close/>
                <a:moveTo>
                  <a:pt x="1298529" y="6610069"/>
                </a:moveTo>
                <a:lnTo>
                  <a:pt x="1298529" y="6646087"/>
                </a:lnTo>
                <a:lnTo>
                  <a:pt x="1321757" y="6646087"/>
                </a:lnTo>
                <a:lnTo>
                  <a:pt x="1321757" y="6639539"/>
                </a:lnTo>
                <a:lnTo>
                  <a:pt x="1306510" y="6639539"/>
                </a:lnTo>
                <a:lnTo>
                  <a:pt x="1306510" y="6630227"/>
                </a:lnTo>
                <a:lnTo>
                  <a:pt x="1320222" y="6630227"/>
                </a:lnTo>
                <a:lnTo>
                  <a:pt x="1320222" y="6623985"/>
                </a:lnTo>
                <a:lnTo>
                  <a:pt x="1306510" y="6623985"/>
                </a:lnTo>
                <a:lnTo>
                  <a:pt x="1306510" y="6616618"/>
                </a:lnTo>
                <a:lnTo>
                  <a:pt x="1321450" y="6616618"/>
                </a:lnTo>
                <a:lnTo>
                  <a:pt x="1321450" y="6610069"/>
                </a:lnTo>
                <a:close/>
                <a:moveTo>
                  <a:pt x="1263943" y="6610069"/>
                </a:moveTo>
                <a:lnTo>
                  <a:pt x="1263943" y="6646087"/>
                </a:lnTo>
                <a:lnTo>
                  <a:pt x="1271924" y="6646087"/>
                </a:lnTo>
                <a:lnTo>
                  <a:pt x="1271924" y="6630636"/>
                </a:lnTo>
                <a:lnTo>
                  <a:pt x="1284715" y="6630636"/>
                </a:lnTo>
                <a:lnTo>
                  <a:pt x="1284715" y="6646087"/>
                </a:lnTo>
                <a:lnTo>
                  <a:pt x="1292696" y="6646087"/>
                </a:lnTo>
                <a:lnTo>
                  <a:pt x="1292696" y="6610069"/>
                </a:lnTo>
                <a:lnTo>
                  <a:pt x="1284715" y="6610069"/>
                </a:lnTo>
                <a:lnTo>
                  <a:pt x="1284715" y="6624088"/>
                </a:lnTo>
                <a:lnTo>
                  <a:pt x="1271924" y="6624088"/>
                </a:lnTo>
                <a:lnTo>
                  <a:pt x="1271924" y="6610069"/>
                </a:lnTo>
                <a:close/>
                <a:moveTo>
                  <a:pt x="1224344" y="6610069"/>
                </a:moveTo>
                <a:lnTo>
                  <a:pt x="1224344" y="6646087"/>
                </a:lnTo>
                <a:lnTo>
                  <a:pt x="1247572" y="6646087"/>
                </a:lnTo>
                <a:lnTo>
                  <a:pt x="1247572" y="6639539"/>
                </a:lnTo>
                <a:lnTo>
                  <a:pt x="1232325" y="6639539"/>
                </a:lnTo>
                <a:lnTo>
                  <a:pt x="1232325" y="6630227"/>
                </a:lnTo>
                <a:lnTo>
                  <a:pt x="1246037" y="6630227"/>
                </a:lnTo>
                <a:lnTo>
                  <a:pt x="1246037" y="6623985"/>
                </a:lnTo>
                <a:lnTo>
                  <a:pt x="1232325" y="6623985"/>
                </a:lnTo>
                <a:lnTo>
                  <a:pt x="1232325" y="6616618"/>
                </a:lnTo>
                <a:lnTo>
                  <a:pt x="1247163" y="6616618"/>
                </a:lnTo>
                <a:lnTo>
                  <a:pt x="1247163" y="6610069"/>
                </a:lnTo>
                <a:close/>
                <a:moveTo>
                  <a:pt x="1188120" y="6610069"/>
                </a:moveTo>
                <a:lnTo>
                  <a:pt x="1188120" y="6646087"/>
                </a:lnTo>
                <a:lnTo>
                  <a:pt x="1195180" y="6646087"/>
                </a:lnTo>
                <a:lnTo>
                  <a:pt x="1195180" y="6621018"/>
                </a:lnTo>
                <a:cubicBezTo>
                  <a:pt x="1200706" y="6629408"/>
                  <a:pt x="1204799" y="6638004"/>
                  <a:pt x="1207971" y="6646087"/>
                </a:cubicBezTo>
                <a:lnTo>
                  <a:pt x="1217385" y="6646087"/>
                </a:lnTo>
                <a:lnTo>
                  <a:pt x="1217385" y="6610069"/>
                </a:lnTo>
                <a:lnTo>
                  <a:pt x="1210222" y="6610069"/>
                </a:lnTo>
                <a:lnTo>
                  <a:pt x="1210222" y="6634013"/>
                </a:lnTo>
                <a:cubicBezTo>
                  <a:pt x="1207050" y="6626134"/>
                  <a:pt x="1202548" y="6618050"/>
                  <a:pt x="1196920" y="6610069"/>
                </a:cubicBezTo>
                <a:close/>
                <a:moveTo>
                  <a:pt x="1093982" y="6610069"/>
                </a:moveTo>
                <a:lnTo>
                  <a:pt x="1093982" y="6616618"/>
                </a:lnTo>
                <a:lnTo>
                  <a:pt x="1104010" y="6616618"/>
                </a:lnTo>
                <a:lnTo>
                  <a:pt x="1104010" y="6646087"/>
                </a:lnTo>
                <a:lnTo>
                  <a:pt x="1111991" y="6646087"/>
                </a:lnTo>
                <a:lnTo>
                  <a:pt x="1111991" y="6616618"/>
                </a:lnTo>
                <a:lnTo>
                  <a:pt x="1122121" y="6616618"/>
                </a:lnTo>
                <a:lnTo>
                  <a:pt x="1122121" y="6610069"/>
                </a:lnTo>
                <a:close/>
                <a:moveTo>
                  <a:pt x="1068299" y="6610069"/>
                </a:moveTo>
                <a:lnTo>
                  <a:pt x="1068299" y="6646087"/>
                </a:lnTo>
                <a:lnTo>
                  <a:pt x="1091527" y="6646087"/>
                </a:lnTo>
                <a:lnTo>
                  <a:pt x="1091527" y="6639539"/>
                </a:lnTo>
                <a:lnTo>
                  <a:pt x="1076280" y="6639539"/>
                </a:lnTo>
                <a:lnTo>
                  <a:pt x="1076280" y="6630227"/>
                </a:lnTo>
                <a:lnTo>
                  <a:pt x="1089992" y="6630227"/>
                </a:lnTo>
                <a:lnTo>
                  <a:pt x="1089992" y="6623985"/>
                </a:lnTo>
                <a:lnTo>
                  <a:pt x="1076280" y="6623985"/>
                </a:lnTo>
                <a:lnTo>
                  <a:pt x="1076280" y="6616618"/>
                </a:lnTo>
                <a:lnTo>
                  <a:pt x="1091118" y="6616618"/>
                </a:lnTo>
                <a:lnTo>
                  <a:pt x="1091118" y="6610069"/>
                </a:lnTo>
                <a:close/>
                <a:moveTo>
                  <a:pt x="1032075" y="6610069"/>
                </a:moveTo>
                <a:lnTo>
                  <a:pt x="1032075" y="6646087"/>
                </a:lnTo>
                <a:lnTo>
                  <a:pt x="1039135" y="6646087"/>
                </a:lnTo>
                <a:lnTo>
                  <a:pt x="1039135" y="6621018"/>
                </a:lnTo>
                <a:cubicBezTo>
                  <a:pt x="1044661" y="6629408"/>
                  <a:pt x="1048754" y="6638004"/>
                  <a:pt x="1051926" y="6646087"/>
                </a:cubicBezTo>
                <a:lnTo>
                  <a:pt x="1061340" y="6646087"/>
                </a:lnTo>
                <a:lnTo>
                  <a:pt x="1061340" y="6610069"/>
                </a:lnTo>
                <a:lnTo>
                  <a:pt x="1054177" y="6610069"/>
                </a:lnTo>
                <a:lnTo>
                  <a:pt x="1054177" y="6634013"/>
                </a:lnTo>
                <a:cubicBezTo>
                  <a:pt x="1051005" y="6626134"/>
                  <a:pt x="1046503" y="6618050"/>
                  <a:pt x="1040875" y="6610069"/>
                </a:cubicBezTo>
                <a:close/>
                <a:moveTo>
                  <a:pt x="1005061" y="6610069"/>
                </a:moveTo>
                <a:lnTo>
                  <a:pt x="994522" y="6646087"/>
                </a:lnTo>
                <a:lnTo>
                  <a:pt x="1002708" y="6646087"/>
                </a:lnTo>
                <a:lnTo>
                  <a:pt x="1004959" y="6637697"/>
                </a:lnTo>
                <a:lnTo>
                  <a:pt x="1017545" y="6637697"/>
                </a:lnTo>
                <a:lnTo>
                  <a:pt x="1019796" y="6646087"/>
                </a:lnTo>
                <a:lnTo>
                  <a:pt x="1027982" y="6646087"/>
                </a:lnTo>
                <a:lnTo>
                  <a:pt x="1017443" y="6610069"/>
                </a:lnTo>
                <a:close/>
                <a:moveTo>
                  <a:pt x="970680" y="6610069"/>
                </a:moveTo>
                <a:lnTo>
                  <a:pt x="970680" y="6646087"/>
                </a:lnTo>
                <a:lnTo>
                  <a:pt x="992987" y="6646087"/>
                </a:lnTo>
                <a:lnTo>
                  <a:pt x="992987" y="6639436"/>
                </a:lnTo>
                <a:lnTo>
                  <a:pt x="978661" y="6639436"/>
                </a:lnTo>
                <a:lnTo>
                  <a:pt x="978661" y="6610069"/>
                </a:lnTo>
                <a:close/>
                <a:moveTo>
                  <a:pt x="939779" y="6610069"/>
                </a:moveTo>
                <a:lnTo>
                  <a:pt x="939779" y="6646087"/>
                </a:lnTo>
                <a:lnTo>
                  <a:pt x="947760" y="6646087"/>
                </a:lnTo>
                <a:lnTo>
                  <a:pt x="947760" y="6634627"/>
                </a:lnTo>
                <a:lnTo>
                  <a:pt x="952160" y="6634627"/>
                </a:lnTo>
                <a:cubicBezTo>
                  <a:pt x="960858" y="6634627"/>
                  <a:pt x="966588" y="6629715"/>
                  <a:pt x="966588" y="6622348"/>
                </a:cubicBezTo>
                <a:cubicBezTo>
                  <a:pt x="966588" y="6614981"/>
                  <a:pt x="960858" y="6610069"/>
                  <a:pt x="952160" y="6610069"/>
                </a:cubicBezTo>
                <a:close/>
                <a:moveTo>
                  <a:pt x="900179" y="6610069"/>
                </a:moveTo>
                <a:lnTo>
                  <a:pt x="900179" y="6646087"/>
                </a:lnTo>
                <a:lnTo>
                  <a:pt x="923407" y="6646087"/>
                </a:lnTo>
                <a:lnTo>
                  <a:pt x="923407" y="6639539"/>
                </a:lnTo>
                <a:lnTo>
                  <a:pt x="908058" y="6639539"/>
                </a:lnTo>
                <a:lnTo>
                  <a:pt x="908058" y="6630227"/>
                </a:lnTo>
                <a:lnTo>
                  <a:pt x="921872" y="6630227"/>
                </a:lnTo>
                <a:lnTo>
                  <a:pt x="921872" y="6623985"/>
                </a:lnTo>
                <a:lnTo>
                  <a:pt x="908058" y="6623985"/>
                </a:lnTo>
                <a:lnTo>
                  <a:pt x="908058" y="6616618"/>
                </a:lnTo>
                <a:lnTo>
                  <a:pt x="922998" y="6616618"/>
                </a:lnTo>
                <a:lnTo>
                  <a:pt x="922998" y="6610069"/>
                </a:lnTo>
                <a:close/>
                <a:moveTo>
                  <a:pt x="863956" y="6610069"/>
                </a:moveTo>
                <a:lnTo>
                  <a:pt x="863956" y="6646087"/>
                </a:lnTo>
                <a:lnTo>
                  <a:pt x="871016" y="6646087"/>
                </a:lnTo>
                <a:lnTo>
                  <a:pt x="871016" y="6621018"/>
                </a:lnTo>
                <a:cubicBezTo>
                  <a:pt x="876542" y="6629408"/>
                  <a:pt x="880635" y="6638004"/>
                  <a:pt x="883807" y="6646087"/>
                </a:cubicBezTo>
                <a:lnTo>
                  <a:pt x="893221" y="6646087"/>
                </a:lnTo>
                <a:lnTo>
                  <a:pt x="893221" y="6610069"/>
                </a:lnTo>
                <a:lnTo>
                  <a:pt x="886058" y="6610069"/>
                </a:lnTo>
                <a:lnTo>
                  <a:pt x="886058" y="6634013"/>
                </a:lnTo>
                <a:cubicBezTo>
                  <a:pt x="882886" y="6626134"/>
                  <a:pt x="878384" y="6618050"/>
                  <a:pt x="872756" y="6610069"/>
                </a:cubicBezTo>
                <a:close/>
                <a:moveTo>
                  <a:pt x="1165915" y="6609557"/>
                </a:moveTo>
                <a:cubicBezTo>
                  <a:pt x="1155580" y="6609557"/>
                  <a:pt x="1149134" y="6616822"/>
                  <a:pt x="1149134" y="6628078"/>
                </a:cubicBezTo>
                <a:cubicBezTo>
                  <a:pt x="1149134" y="6639334"/>
                  <a:pt x="1155683" y="6646599"/>
                  <a:pt x="1165915" y="6646599"/>
                </a:cubicBezTo>
                <a:cubicBezTo>
                  <a:pt x="1176250" y="6646599"/>
                  <a:pt x="1182697" y="6639334"/>
                  <a:pt x="1182697" y="6628078"/>
                </a:cubicBezTo>
                <a:cubicBezTo>
                  <a:pt x="1182697" y="6616822"/>
                  <a:pt x="1176148" y="6609557"/>
                  <a:pt x="1165915" y="6609557"/>
                </a:cubicBezTo>
                <a:close/>
                <a:moveTo>
                  <a:pt x="842774" y="6609557"/>
                </a:moveTo>
                <a:cubicBezTo>
                  <a:pt x="832439" y="6609557"/>
                  <a:pt x="825993" y="6616822"/>
                  <a:pt x="825993" y="6628078"/>
                </a:cubicBezTo>
                <a:cubicBezTo>
                  <a:pt x="825993" y="6639334"/>
                  <a:pt x="832542" y="6646599"/>
                  <a:pt x="842774" y="6646599"/>
                </a:cubicBezTo>
                <a:cubicBezTo>
                  <a:pt x="853109" y="6646599"/>
                  <a:pt x="859556" y="6639334"/>
                  <a:pt x="859556" y="6628078"/>
                </a:cubicBezTo>
                <a:cubicBezTo>
                  <a:pt x="859556" y="6616822"/>
                  <a:pt x="853007" y="6609557"/>
                  <a:pt x="842774" y="6609557"/>
                </a:cubicBezTo>
                <a:close/>
                <a:moveTo>
                  <a:pt x="574785" y="6579269"/>
                </a:moveTo>
                <a:cubicBezTo>
                  <a:pt x="580720" y="6604032"/>
                  <a:pt x="595045" y="6625520"/>
                  <a:pt x="614487" y="6640562"/>
                </a:cubicBezTo>
                <a:cubicBezTo>
                  <a:pt x="614487" y="6640562"/>
                  <a:pt x="614589" y="6640562"/>
                  <a:pt x="614589" y="6640664"/>
                </a:cubicBezTo>
                <a:cubicBezTo>
                  <a:pt x="616022" y="6641585"/>
                  <a:pt x="618375" y="6633911"/>
                  <a:pt x="620115" y="6628897"/>
                </a:cubicBezTo>
                <a:cubicBezTo>
                  <a:pt x="621547" y="6625009"/>
                  <a:pt x="622366" y="6624088"/>
                  <a:pt x="616124" y="6618971"/>
                </a:cubicBezTo>
                <a:cubicBezTo>
                  <a:pt x="614589" y="6617743"/>
                  <a:pt x="615101" y="6621939"/>
                  <a:pt x="614896" y="6623064"/>
                </a:cubicBezTo>
                <a:cubicBezTo>
                  <a:pt x="614794" y="6623883"/>
                  <a:pt x="614282" y="6623678"/>
                  <a:pt x="613566" y="6623167"/>
                </a:cubicBezTo>
                <a:cubicBezTo>
                  <a:pt x="607120" y="6618664"/>
                  <a:pt x="583687" y="6600246"/>
                  <a:pt x="574989" y="6579679"/>
                </a:cubicBezTo>
                <a:cubicBezTo>
                  <a:pt x="574887" y="6579576"/>
                  <a:pt x="574887" y="6579372"/>
                  <a:pt x="574785" y="6579269"/>
                </a:cubicBezTo>
                <a:close/>
                <a:moveTo>
                  <a:pt x="688059" y="6538953"/>
                </a:moveTo>
                <a:cubicBezTo>
                  <a:pt x="687854" y="6539056"/>
                  <a:pt x="687240" y="6539670"/>
                  <a:pt x="686831" y="6539977"/>
                </a:cubicBezTo>
                <a:cubicBezTo>
                  <a:pt x="686524" y="6540181"/>
                  <a:pt x="686217" y="6540283"/>
                  <a:pt x="684989" y="6540897"/>
                </a:cubicBezTo>
                <a:cubicBezTo>
                  <a:pt x="683147" y="6541716"/>
                  <a:pt x="682226" y="6543456"/>
                  <a:pt x="681305" y="6546014"/>
                </a:cubicBezTo>
                <a:cubicBezTo>
                  <a:pt x="680487" y="6548367"/>
                  <a:pt x="679975" y="6550414"/>
                  <a:pt x="679771" y="6551232"/>
                </a:cubicBezTo>
                <a:cubicBezTo>
                  <a:pt x="679668" y="6551744"/>
                  <a:pt x="680282" y="6551539"/>
                  <a:pt x="680691" y="6551437"/>
                </a:cubicBezTo>
                <a:cubicBezTo>
                  <a:pt x="681101" y="6551437"/>
                  <a:pt x="682738" y="6551130"/>
                  <a:pt x="684478" y="6550618"/>
                </a:cubicBezTo>
                <a:cubicBezTo>
                  <a:pt x="685910" y="6550311"/>
                  <a:pt x="686422" y="6550004"/>
                  <a:pt x="687854" y="6549186"/>
                </a:cubicBezTo>
                <a:cubicBezTo>
                  <a:pt x="688775" y="6548776"/>
                  <a:pt x="689901" y="6547958"/>
                  <a:pt x="690412" y="6547549"/>
                </a:cubicBezTo>
                <a:cubicBezTo>
                  <a:pt x="690617" y="6547344"/>
                  <a:pt x="690412" y="6547139"/>
                  <a:pt x="690310" y="6547037"/>
                </a:cubicBezTo>
                <a:cubicBezTo>
                  <a:pt x="690105" y="6546935"/>
                  <a:pt x="689696" y="6546935"/>
                  <a:pt x="689491" y="6546832"/>
                </a:cubicBezTo>
                <a:cubicBezTo>
                  <a:pt x="689287" y="6546730"/>
                  <a:pt x="689082" y="6546730"/>
                  <a:pt x="689082" y="6546423"/>
                </a:cubicBezTo>
                <a:cubicBezTo>
                  <a:pt x="688980" y="6545911"/>
                  <a:pt x="688878" y="6545093"/>
                  <a:pt x="688468" y="6544172"/>
                </a:cubicBezTo>
                <a:cubicBezTo>
                  <a:pt x="688059" y="6543251"/>
                  <a:pt x="687445" y="6542739"/>
                  <a:pt x="687138" y="6542432"/>
                </a:cubicBezTo>
                <a:cubicBezTo>
                  <a:pt x="687036" y="6542330"/>
                  <a:pt x="687036" y="6542125"/>
                  <a:pt x="687138" y="6542023"/>
                </a:cubicBezTo>
                <a:cubicBezTo>
                  <a:pt x="687240" y="6541921"/>
                  <a:pt x="687957" y="6540693"/>
                  <a:pt x="688264" y="6539670"/>
                </a:cubicBezTo>
                <a:cubicBezTo>
                  <a:pt x="688468" y="6539158"/>
                  <a:pt x="688468" y="6539056"/>
                  <a:pt x="688366" y="6538953"/>
                </a:cubicBezTo>
                <a:cubicBezTo>
                  <a:pt x="688366" y="6538851"/>
                  <a:pt x="688264" y="6538749"/>
                  <a:pt x="688059" y="6538953"/>
                </a:cubicBezTo>
                <a:close/>
                <a:moveTo>
                  <a:pt x="685910" y="6530256"/>
                </a:moveTo>
                <a:cubicBezTo>
                  <a:pt x="685603" y="6530256"/>
                  <a:pt x="684171" y="6530767"/>
                  <a:pt x="683454" y="6531177"/>
                </a:cubicBezTo>
                <a:cubicBezTo>
                  <a:pt x="681715" y="6531995"/>
                  <a:pt x="678031" y="6534860"/>
                  <a:pt x="675985" y="6537930"/>
                </a:cubicBezTo>
                <a:cubicBezTo>
                  <a:pt x="674859" y="6539670"/>
                  <a:pt x="673324" y="6542535"/>
                  <a:pt x="672710" y="6545604"/>
                </a:cubicBezTo>
                <a:cubicBezTo>
                  <a:pt x="672301" y="6547446"/>
                  <a:pt x="672198" y="6548572"/>
                  <a:pt x="672198" y="6549493"/>
                </a:cubicBezTo>
                <a:cubicBezTo>
                  <a:pt x="672301" y="6549902"/>
                  <a:pt x="672608" y="6550107"/>
                  <a:pt x="672812" y="6549595"/>
                </a:cubicBezTo>
                <a:cubicBezTo>
                  <a:pt x="673119" y="6548981"/>
                  <a:pt x="673324" y="6548367"/>
                  <a:pt x="673733" y="6547651"/>
                </a:cubicBezTo>
                <a:cubicBezTo>
                  <a:pt x="674552" y="6546014"/>
                  <a:pt x="675678" y="6544070"/>
                  <a:pt x="677417" y="6541511"/>
                </a:cubicBezTo>
                <a:cubicBezTo>
                  <a:pt x="680691" y="6536804"/>
                  <a:pt x="683147" y="6535474"/>
                  <a:pt x="684580" y="6534656"/>
                </a:cubicBezTo>
                <a:cubicBezTo>
                  <a:pt x="686012" y="6533939"/>
                  <a:pt x="687138" y="6534144"/>
                  <a:pt x="687854" y="6534860"/>
                </a:cubicBezTo>
                <a:cubicBezTo>
                  <a:pt x="688571" y="6535577"/>
                  <a:pt x="688571" y="6534860"/>
                  <a:pt x="688571" y="6534553"/>
                </a:cubicBezTo>
                <a:cubicBezTo>
                  <a:pt x="688673" y="6533837"/>
                  <a:pt x="688673" y="6533428"/>
                  <a:pt x="688468" y="6532404"/>
                </a:cubicBezTo>
                <a:cubicBezTo>
                  <a:pt x="688161" y="6530153"/>
                  <a:pt x="686524" y="6530153"/>
                  <a:pt x="685910" y="6530256"/>
                </a:cubicBezTo>
                <a:close/>
                <a:moveTo>
                  <a:pt x="1312138" y="6518056"/>
                </a:moveTo>
                <a:lnTo>
                  <a:pt x="1312240" y="6518181"/>
                </a:lnTo>
                <a:lnTo>
                  <a:pt x="1312138" y="6518181"/>
                </a:lnTo>
                <a:close/>
                <a:moveTo>
                  <a:pt x="970575" y="6484720"/>
                </a:moveTo>
                <a:cubicBezTo>
                  <a:pt x="979477" y="6498739"/>
                  <a:pt x="986435" y="6513678"/>
                  <a:pt x="990835" y="6529948"/>
                </a:cubicBezTo>
                <a:lnTo>
                  <a:pt x="950417" y="6529948"/>
                </a:lnTo>
                <a:cubicBezTo>
                  <a:pt x="954919" y="6513678"/>
                  <a:pt x="961672" y="6498739"/>
                  <a:pt x="970575" y="6484720"/>
                </a:cubicBezTo>
                <a:close/>
                <a:moveTo>
                  <a:pt x="1181775" y="6482879"/>
                </a:moveTo>
                <a:cubicBezTo>
                  <a:pt x="1200194" y="6482879"/>
                  <a:pt x="1214826" y="6499046"/>
                  <a:pt x="1214826" y="6519409"/>
                </a:cubicBezTo>
                <a:cubicBezTo>
                  <a:pt x="1214826" y="6539771"/>
                  <a:pt x="1200296" y="6556143"/>
                  <a:pt x="1181775" y="6556143"/>
                </a:cubicBezTo>
                <a:cubicBezTo>
                  <a:pt x="1163357" y="6556143"/>
                  <a:pt x="1148622" y="6539669"/>
                  <a:pt x="1148622" y="6519409"/>
                </a:cubicBezTo>
                <a:cubicBezTo>
                  <a:pt x="1148622" y="6499148"/>
                  <a:pt x="1163459" y="6482879"/>
                  <a:pt x="1181775" y="6482879"/>
                </a:cubicBezTo>
                <a:close/>
                <a:moveTo>
                  <a:pt x="730524" y="6482777"/>
                </a:moveTo>
                <a:cubicBezTo>
                  <a:pt x="732366" y="6483698"/>
                  <a:pt x="737584" y="6486665"/>
                  <a:pt x="743519" y="6491372"/>
                </a:cubicBezTo>
                <a:cubicBezTo>
                  <a:pt x="743826" y="6491577"/>
                  <a:pt x="744236" y="6491577"/>
                  <a:pt x="744440" y="6491270"/>
                </a:cubicBezTo>
                <a:cubicBezTo>
                  <a:pt x="746282" y="6489326"/>
                  <a:pt x="748329" y="6487075"/>
                  <a:pt x="750477" y="6484107"/>
                </a:cubicBezTo>
                <a:cubicBezTo>
                  <a:pt x="750580" y="6483902"/>
                  <a:pt x="750887" y="6484005"/>
                  <a:pt x="750887" y="6484209"/>
                </a:cubicBezTo>
                <a:cubicBezTo>
                  <a:pt x="751091" y="6486154"/>
                  <a:pt x="752012" y="6491782"/>
                  <a:pt x="751501" y="6498228"/>
                </a:cubicBezTo>
                <a:cubicBezTo>
                  <a:pt x="751501" y="6498433"/>
                  <a:pt x="751603" y="6498740"/>
                  <a:pt x="751808" y="6498944"/>
                </a:cubicBezTo>
                <a:cubicBezTo>
                  <a:pt x="758561" y="6506005"/>
                  <a:pt x="761733" y="6511326"/>
                  <a:pt x="762654" y="6512963"/>
                </a:cubicBezTo>
                <a:cubicBezTo>
                  <a:pt x="762654" y="6513167"/>
                  <a:pt x="762552" y="6513372"/>
                  <a:pt x="762449" y="6513372"/>
                </a:cubicBezTo>
                <a:cubicBezTo>
                  <a:pt x="760915" y="6512758"/>
                  <a:pt x="756105" y="6511121"/>
                  <a:pt x="749556" y="6509791"/>
                </a:cubicBezTo>
                <a:cubicBezTo>
                  <a:pt x="749352" y="6509791"/>
                  <a:pt x="749045" y="6509893"/>
                  <a:pt x="748942" y="6510200"/>
                </a:cubicBezTo>
                <a:cubicBezTo>
                  <a:pt x="744849" y="6521149"/>
                  <a:pt x="742803" y="6524423"/>
                  <a:pt x="742087" y="6525651"/>
                </a:cubicBezTo>
                <a:cubicBezTo>
                  <a:pt x="741984" y="6525753"/>
                  <a:pt x="741984" y="6525753"/>
                  <a:pt x="741882" y="6525753"/>
                </a:cubicBezTo>
                <a:cubicBezTo>
                  <a:pt x="741780" y="6525753"/>
                  <a:pt x="741677" y="6525651"/>
                  <a:pt x="741677" y="6525549"/>
                </a:cubicBezTo>
                <a:cubicBezTo>
                  <a:pt x="741473" y="6523093"/>
                  <a:pt x="740654" y="6514805"/>
                  <a:pt x="739119" y="6508665"/>
                </a:cubicBezTo>
                <a:cubicBezTo>
                  <a:pt x="739017" y="6508358"/>
                  <a:pt x="738710" y="6508051"/>
                  <a:pt x="738403" y="6508051"/>
                </a:cubicBezTo>
                <a:cubicBezTo>
                  <a:pt x="731752" y="6507437"/>
                  <a:pt x="726226" y="6507335"/>
                  <a:pt x="724282" y="6507335"/>
                </a:cubicBezTo>
                <a:cubicBezTo>
                  <a:pt x="724077" y="6507335"/>
                  <a:pt x="723975" y="6507028"/>
                  <a:pt x="724180" y="6506926"/>
                </a:cubicBezTo>
                <a:cubicBezTo>
                  <a:pt x="726431" y="6505493"/>
                  <a:pt x="733696" y="6500888"/>
                  <a:pt x="736254" y="6498637"/>
                </a:cubicBezTo>
                <a:cubicBezTo>
                  <a:pt x="736459" y="6498535"/>
                  <a:pt x="736561" y="6498228"/>
                  <a:pt x="736459" y="6497921"/>
                </a:cubicBezTo>
                <a:cubicBezTo>
                  <a:pt x="735129" y="6492293"/>
                  <a:pt x="731343" y="6485233"/>
                  <a:pt x="730217" y="6483084"/>
                </a:cubicBezTo>
                <a:cubicBezTo>
                  <a:pt x="730115" y="6482879"/>
                  <a:pt x="730319" y="6482675"/>
                  <a:pt x="730524" y="6482777"/>
                </a:cubicBezTo>
                <a:close/>
                <a:moveTo>
                  <a:pt x="860065" y="6482674"/>
                </a:moveTo>
                <a:cubicBezTo>
                  <a:pt x="871832" y="6482674"/>
                  <a:pt x="900279" y="6487381"/>
                  <a:pt x="900279" y="6519511"/>
                </a:cubicBezTo>
                <a:cubicBezTo>
                  <a:pt x="900279" y="6551538"/>
                  <a:pt x="872651" y="6556859"/>
                  <a:pt x="858018" y="6556757"/>
                </a:cubicBezTo>
                <a:cubicBezTo>
                  <a:pt x="855665" y="6556757"/>
                  <a:pt x="853107" y="6556757"/>
                  <a:pt x="851163" y="6556348"/>
                </a:cubicBezTo>
                <a:lnTo>
                  <a:pt x="851163" y="6482981"/>
                </a:lnTo>
                <a:cubicBezTo>
                  <a:pt x="853823" y="6482981"/>
                  <a:pt x="856893" y="6482776"/>
                  <a:pt x="860065" y="6482674"/>
                </a:cubicBezTo>
                <a:close/>
                <a:moveTo>
                  <a:pt x="1393691" y="6482367"/>
                </a:moveTo>
                <a:cubicBezTo>
                  <a:pt x="1399728" y="6482367"/>
                  <a:pt x="1406993" y="6484618"/>
                  <a:pt x="1411701" y="6489120"/>
                </a:cubicBezTo>
                <a:cubicBezTo>
                  <a:pt x="1418352" y="6495260"/>
                  <a:pt x="1419580" y="6503548"/>
                  <a:pt x="1419989" y="6507334"/>
                </a:cubicBezTo>
                <a:lnTo>
                  <a:pt x="1420091" y="6509790"/>
                </a:lnTo>
                <a:lnTo>
                  <a:pt x="1417532" y="6509790"/>
                </a:lnTo>
                <a:lnTo>
                  <a:pt x="1368518" y="6509790"/>
                </a:lnTo>
                <a:lnTo>
                  <a:pt x="1365450" y="6509790"/>
                </a:lnTo>
                <a:lnTo>
                  <a:pt x="1366063" y="6507129"/>
                </a:lnTo>
                <a:cubicBezTo>
                  <a:pt x="1369440" y="6488813"/>
                  <a:pt x="1384584" y="6482367"/>
                  <a:pt x="1393691" y="6482367"/>
                </a:cubicBezTo>
                <a:close/>
                <a:moveTo>
                  <a:pt x="1242352" y="6465381"/>
                </a:moveTo>
                <a:lnTo>
                  <a:pt x="1242352" y="6573743"/>
                </a:lnTo>
                <a:lnTo>
                  <a:pt x="1265887" y="6573743"/>
                </a:lnTo>
                <a:lnTo>
                  <a:pt x="1265887" y="6499558"/>
                </a:lnTo>
                <a:cubicBezTo>
                  <a:pt x="1285738" y="6516646"/>
                  <a:pt x="1305998" y="6542841"/>
                  <a:pt x="1314491" y="6573743"/>
                </a:cubicBezTo>
                <a:lnTo>
                  <a:pt x="1314798" y="6573743"/>
                </a:lnTo>
                <a:lnTo>
                  <a:pt x="1335673" y="6573743"/>
                </a:lnTo>
                <a:lnTo>
                  <a:pt x="1335673" y="6465381"/>
                </a:lnTo>
                <a:lnTo>
                  <a:pt x="1312138" y="6465381"/>
                </a:lnTo>
                <a:lnTo>
                  <a:pt x="1312138" y="6518056"/>
                </a:lnTo>
                <a:lnTo>
                  <a:pt x="1287887" y="6488199"/>
                </a:lnTo>
                <a:cubicBezTo>
                  <a:pt x="1278780" y="6479093"/>
                  <a:pt x="1268957" y="6469679"/>
                  <a:pt x="1262101" y="6465381"/>
                </a:cubicBezTo>
                <a:close/>
                <a:moveTo>
                  <a:pt x="1027877" y="6465381"/>
                </a:moveTo>
                <a:lnTo>
                  <a:pt x="1027877" y="6573743"/>
                </a:lnTo>
                <a:lnTo>
                  <a:pt x="1051412" y="6573743"/>
                </a:lnTo>
                <a:lnTo>
                  <a:pt x="1051412" y="6499558"/>
                </a:lnTo>
                <a:cubicBezTo>
                  <a:pt x="1071161" y="6516646"/>
                  <a:pt x="1091421" y="6542841"/>
                  <a:pt x="1100119" y="6573743"/>
                </a:cubicBezTo>
                <a:lnTo>
                  <a:pt x="1100221" y="6573743"/>
                </a:lnTo>
                <a:lnTo>
                  <a:pt x="1120993" y="6573743"/>
                </a:lnTo>
                <a:lnTo>
                  <a:pt x="1120993" y="6465381"/>
                </a:lnTo>
                <a:lnTo>
                  <a:pt x="1097663" y="6465381"/>
                </a:lnTo>
                <a:lnTo>
                  <a:pt x="1097663" y="6518181"/>
                </a:lnTo>
                <a:cubicBezTo>
                  <a:pt x="1090193" y="6506618"/>
                  <a:pt x="1081905" y="6496795"/>
                  <a:pt x="1073412" y="6488199"/>
                </a:cubicBezTo>
                <a:cubicBezTo>
                  <a:pt x="1064509" y="6479093"/>
                  <a:pt x="1054379" y="6469679"/>
                  <a:pt x="1047523" y="6465381"/>
                </a:cubicBezTo>
                <a:close/>
                <a:moveTo>
                  <a:pt x="959830" y="6465381"/>
                </a:moveTo>
                <a:cubicBezTo>
                  <a:pt x="934863" y="6492395"/>
                  <a:pt x="922175" y="6534246"/>
                  <a:pt x="918798" y="6573743"/>
                </a:cubicBezTo>
                <a:lnTo>
                  <a:pt x="942435" y="6573743"/>
                </a:lnTo>
                <a:cubicBezTo>
                  <a:pt x="943254" y="6565659"/>
                  <a:pt x="944175" y="6557883"/>
                  <a:pt x="945505" y="6550004"/>
                </a:cubicBezTo>
                <a:lnTo>
                  <a:pt x="995542" y="6550004"/>
                </a:lnTo>
                <a:cubicBezTo>
                  <a:pt x="996975" y="6557780"/>
                  <a:pt x="997998" y="6565659"/>
                  <a:pt x="998714" y="6573743"/>
                </a:cubicBezTo>
                <a:lnTo>
                  <a:pt x="1023272" y="6573743"/>
                </a:lnTo>
                <a:cubicBezTo>
                  <a:pt x="1019895" y="6534246"/>
                  <a:pt x="1007616" y="6492395"/>
                  <a:pt x="982547" y="6465381"/>
                </a:cubicBezTo>
                <a:close/>
                <a:moveTo>
                  <a:pt x="1393282" y="6462004"/>
                </a:moveTo>
                <a:cubicBezTo>
                  <a:pt x="1379366" y="6462004"/>
                  <a:pt x="1367188" y="6467018"/>
                  <a:pt x="1358287" y="6476023"/>
                </a:cubicBezTo>
                <a:cubicBezTo>
                  <a:pt x="1347746" y="6486357"/>
                  <a:pt x="1342222" y="6501911"/>
                  <a:pt x="1341914" y="6519408"/>
                </a:cubicBezTo>
                <a:cubicBezTo>
                  <a:pt x="1341812" y="6537520"/>
                  <a:pt x="1346315" y="6553994"/>
                  <a:pt x="1357161" y="6564738"/>
                </a:cubicBezTo>
                <a:cubicBezTo>
                  <a:pt x="1366370" y="6573640"/>
                  <a:pt x="1379366" y="6578961"/>
                  <a:pt x="1394715" y="6577938"/>
                </a:cubicBezTo>
                <a:cubicBezTo>
                  <a:pt x="1405458" y="6577120"/>
                  <a:pt x="1424491" y="6574868"/>
                  <a:pt x="1440044" y="6553073"/>
                </a:cubicBezTo>
                <a:lnTo>
                  <a:pt x="1417635" y="6547855"/>
                </a:lnTo>
                <a:cubicBezTo>
                  <a:pt x="1409755" y="6555836"/>
                  <a:pt x="1400956" y="6556961"/>
                  <a:pt x="1393180" y="6556655"/>
                </a:cubicBezTo>
                <a:cubicBezTo>
                  <a:pt x="1374760" y="6556041"/>
                  <a:pt x="1366677" y="6540385"/>
                  <a:pt x="1365347" y="6528208"/>
                </a:cubicBezTo>
                <a:lnTo>
                  <a:pt x="1441375" y="6528208"/>
                </a:lnTo>
                <a:cubicBezTo>
                  <a:pt x="1441784" y="6524831"/>
                  <a:pt x="1442500" y="6520022"/>
                  <a:pt x="1442397" y="6515622"/>
                </a:cubicBezTo>
                <a:cubicBezTo>
                  <a:pt x="1442296" y="6503855"/>
                  <a:pt x="1440453" y="6490962"/>
                  <a:pt x="1431245" y="6478581"/>
                </a:cubicBezTo>
                <a:cubicBezTo>
                  <a:pt x="1420091" y="6463641"/>
                  <a:pt x="1404127" y="6462004"/>
                  <a:pt x="1393282" y="6462004"/>
                </a:cubicBezTo>
                <a:close/>
                <a:moveTo>
                  <a:pt x="858223" y="6462004"/>
                </a:moveTo>
                <a:cubicBezTo>
                  <a:pt x="843591" y="6462004"/>
                  <a:pt x="830698" y="6463641"/>
                  <a:pt x="826093" y="6464562"/>
                </a:cubicBezTo>
                <a:cubicBezTo>
                  <a:pt x="827423" y="6468860"/>
                  <a:pt x="828037" y="6479195"/>
                  <a:pt x="828037" y="6519511"/>
                </a:cubicBezTo>
                <a:cubicBezTo>
                  <a:pt x="828037" y="6560031"/>
                  <a:pt x="827116" y="6571492"/>
                  <a:pt x="826707" y="6574868"/>
                </a:cubicBezTo>
                <a:cubicBezTo>
                  <a:pt x="829470" y="6575687"/>
                  <a:pt x="841851" y="6577631"/>
                  <a:pt x="854437" y="6577631"/>
                </a:cubicBezTo>
                <a:cubicBezTo>
                  <a:pt x="878586" y="6577426"/>
                  <a:pt x="921869" y="6567092"/>
                  <a:pt x="922893" y="6517771"/>
                </a:cubicBezTo>
                <a:cubicBezTo>
                  <a:pt x="923507" y="6467530"/>
                  <a:pt x="878791" y="6462004"/>
                  <a:pt x="858223" y="6462004"/>
                </a:cubicBezTo>
                <a:close/>
                <a:moveTo>
                  <a:pt x="1181775" y="6461595"/>
                </a:moveTo>
                <a:cubicBezTo>
                  <a:pt x="1151487" y="6461595"/>
                  <a:pt x="1126929" y="6487381"/>
                  <a:pt x="1126929" y="6519409"/>
                </a:cubicBezTo>
                <a:cubicBezTo>
                  <a:pt x="1126929" y="6551539"/>
                  <a:pt x="1151487" y="6577631"/>
                  <a:pt x="1181775" y="6577631"/>
                </a:cubicBezTo>
                <a:cubicBezTo>
                  <a:pt x="1211859" y="6577631"/>
                  <a:pt x="1236622" y="6551539"/>
                  <a:pt x="1236622" y="6519409"/>
                </a:cubicBezTo>
                <a:cubicBezTo>
                  <a:pt x="1236622" y="6487381"/>
                  <a:pt x="1211961" y="6461595"/>
                  <a:pt x="1181775" y="6461595"/>
                </a:cubicBezTo>
                <a:close/>
                <a:moveTo>
                  <a:pt x="680896" y="6445326"/>
                </a:moveTo>
                <a:cubicBezTo>
                  <a:pt x="623185" y="6445326"/>
                  <a:pt x="576013" y="6490144"/>
                  <a:pt x="572329" y="6546935"/>
                </a:cubicBezTo>
                <a:cubicBezTo>
                  <a:pt x="573966" y="6543251"/>
                  <a:pt x="576524" y="6540181"/>
                  <a:pt x="579901" y="6537828"/>
                </a:cubicBezTo>
                <a:cubicBezTo>
                  <a:pt x="581231" y="6536804"/>
                  <a:pt x="581436" y="6537009"/>
                  <a:pt x="581231" y="6536191"/>
                </a:cubicBezTo>
                <a:cubicBezTo>
                  <a:pt x="578673" y="6526470"/>
                  <a:pt x="588087" y="6512144"/>
                  <a:pt x="601389" y="6504265"/>
                </a:cubicBezTo>
                <a:cubicBezTo>
                  <a:pt x="611213" y="6498330"/>
                  <a:pt x="626868" y="6489940"/>
                  <a:pt x="639454" y="6489940"/>
                </a:cubicBezTo>
                <a:cubicBezTo>
                  <a:pt x="642320" y="6489940"/>
                  <a:pt x="640785" y="6490861"/>
                  <a:pt x="638943" y="6492702"/>
                </a:cubicBezTo>
                <a:cubicBezTo>
                  <a:pt x="637101" y="6494340"/>
                  <a:pt x="635771" y="6496386"/>
                  <a:pt x="635259" y="6497000"/>
                </a:cubicBezTo>
                <a:cubicBezTo>
                  <a:pt x="634747" y="6497716"/>
                  <a:pt x="633929" y="6498535"/>
                  <a:pt x="636078" y="6497819"/>
                </a:cubicBezTo>
                <a:cubicBezTo>
                  <a:pt x="637920" y="6497205"/>
                  <a:pt x="641092" y="6496386"/>
                  <a:pt x="644878" y="6495670"/>
                </a:cubicBezTo>
                <a:cubicBezTo>
                  <a:pt x="649687" y="6494749"/>
                  <a:pt x="652757" y="6494954"/>
                  <a:pt x="654701" y="6495056"/>
                </a:cubicBezTo>
                <a:cubicBezTo>
                  <a:pt x="657054" y="6495158"/>
                  <a:pt x="658282" y="6495670"/>
                  <a:pt x="657668" y="6496284"/>
                </a:cubicBezTo>
                <a:cubicBezTo>
                  <a:pt x="657054" y="6496898"/>
                  <a:pt x="656133" y="6497512"/>
                  <a:pt x="655519" y="6498023"/>
                </a:cubicBezTo>
                <a:cubicBezTo>
                  <a:pt x="654803" y="6498535"/>
                  <a:pt x="654087" y="6499354"/>
                  <a:pt x="653780" y="6499661"/>
                </a:cubicBezTo>
                <a:cubicBezTo>
                  <a:pt x="653473" y="6499967"/>
                  <a:pt x="653371" y="6500274"/>
                  <a:pt x="653678" y="6500274"/>
                </a:cubicBezTo>
                <a:cubicBezTo>
                  <a:pt x="653678" y="6500274"/>
                  <a:pt x="654087" y="6500172"/>
                  <a:pt x="654803" y="6500172"/>
                </a:cubicBezTo>
                <a:cubicBezTo>
                  <a:pt x="657361" y="6500070"/>
                  <a:pt x="663603" y="6499865"/>
                  <a:pt x="669640" y="6501605"/>
                </a:cubicBezTo>
                <a:cubicBezTo>
                  <a:pt x="679054" y="6504265"/>
                  <a:pt x="682943" y="6507949"/>
                  <a:pt x="684682" y="6509586"/>
                </a:cubicBezTo>
                <a:cubicBezTo>
                  <a:pt x="685398" y="6510200"/>
                  <a:pt x="686933" y="6511428"/>
                  <a:pt x="687138" y="6512451"/>
                </a:cubicBezTo>
                <a:cubicBezTo>
                  <a:pt x="687240" y="6513065"/>
                  <a:pt x="687036" y="6513372"/>
                  <a:pt x="685808" y="6513781"/>
                </a:cubicBezTo>
                <a:cubicBezTo>
                  <a:pt x="684580" y="6514191"/>
                  <a:pt x="682943" y="6514395"/>
                  <a:pt x="682738" y="6514395"/>
                </a:cubicBezTo>
                <a:cubicBezTo>
                  <a:pt x="682533" y="6514498"/>
                  <a:pt x="682840" y="6515009"/>
                  <a:pt x="683045" y="6515316"/>
                </a:cubicBezTo>
                <a:cubicBezTo>
                  <a:pt x="686319" y="6519819"/>
                  <a:pt x="690822" y="6524832"/>
                  <a:pt x="692254" y="6533018"/>
                </a:cubicBezTo>
                <a:cubicBezTo>
                  <a:pt x="693789" y="6542432"/>
                  <a:pt x="697473" y="6546218"/>
                  <a:pt x="703510" y="6548367"/>
                </a:cubicBezTo>
                <a:cubicBezTo>
                  <a:pt x="707705" y="6549800"/>
                  <a:pt x="712822" y="6550209"/>
                  <a:pt x="714868" y="6551642"/>
                </a:cubicBezTo>
                <a:cubicBezTo>
                  <a:pt x="716915" y="6553074"/>
                  <a:pt x="717324" y="6555121"/>
                  <a:pt x="714868" y="6558088"/>
                </a:cubicBezTo>
                <a:cubicBezTo>
                  <a:pt x="712105" y="6561362"/>
                  <a:pt x="711184" y="6560851"/>
                  <a:pt x="713538" y="6563716"/>
                </a:cubicBezTo>
                <a:cubicBezTo>
                  <a:pt x="715380" y="6566069"/>
                  <a:pt x="715687" y="6565865"/>
                  <a:pt x="717529" y="6567093"/>
                </a:cubicBezTo>
                <a:cubicBezTo>
                  <a:pt x="718552" y="6567809"/>
                  <a:pt x="718552" y="6569037"/>
                  <a:pt x="718450" y="6569753"/>
                </a:cubicBezTo>
                <a:cubicBezTo>
                  <a:pt x="718347" y="6570469"/>
                  <a:pt x="718245" y="6570776"/>
                  <a:pt x="716608" y="6572209"/>
                </a:cubicBezTo>
                <a:cubicBezTo>
                  <a:pt x="714254" y="6574255"/>
                  <a:pt x="711082" y="6576200"/>
                  <a:pt x="710673" y="6576404"/>
                </a:cubicBezTo>
                <a:cubicBezTo>
                  <a:pt x="710059" y="6576711"/>
                  <a:pt x="710161" y="6577120"/>
                  <a:pt x="710366" y="6577120"/>
                </a:cubicBezTo>
                <a:cubicBezTo>
                  <a:pt x="710673" y="6577120"/>
                  <a:pt x="711491" y="6577120"/>
                  <a:pt x="711901" y="6577120"/>
                </a:cubicBezTo>
                <a:cubicBezTo>
                  <a:pt x="712412" y="6577018"/>
                  <a:pt x="712719" y="6577018"/>
                  <a:pt x="714561" y="6576916"/>
                </a:cubicBezTo>
                <a:cubicBezTo>
                  <a:pt x="716096" y="6576813"/>
                  <a:pt x="717119" y="6577223"/>
                  <a:pt x="718143" y="6578758"/>
                </a:cubicBezTo>
                <a:cubicBezTo>
                  <a:pt x="719473" y="6580599"/>
                  <a:pt x="718961" y="6580804"/>
                  <a:pt x="718450" y="6582032"/>
                </a:cubicBezTo>
                <a:cubicBezTo>
                  <a:pt x="716710" y="6586227"/>
                  <a:pt x="717631" y="6587967"/>
                  <a:pt x="719370" y="6590627"/>
                </a:cubicBezTo>
                <a:cubicBezTo>
                  <a:pt x="722133" y="6594925"/>
                  <a:pt x="724794" y="6601474"/>
                  <a:pt x="712719" y="6605976"/>
                </a:cubicBezTo>
                <a:cubicBezTo>
                  <a:pt x="698598" y="6611399"/>
                  <a:pt x="693891" y="6608943"/>
                  <a:pt x="687650" y="6625520"/>
                </a:cubicBezTo>
                <a:cubicBezTo>
                  <a:pt x="682329" y="6639743"/>
                  <a:pt x="679566" y="6645576"/>
                  <a:pt x="686933" y="6647418"/>
                </a:cubicBezTo>
                <a:cubicBezTo>
                  <a:pt x="697473" y="6650078"/>
                  <a:pt x="706580" y="6653250"/>
                  <a:pt x="710366" y="6654990"/>
                </a:cubicBezTo>
                <a:cubicBezTo>
                  <a:pt x="712617" y="6656013"/>
                  <a:pt x="713947" y="6656934"/>
                  <a:pt x="714868" y="6657650"/>
                </a:cubicBezTo>
                <a:cubicBezTo>
                  <a:pt x="758356" y="6643427"/>
                  <a:pt x="789770" y="6602497"/>
                  <a:pt x="789770" y="6554200"/>
                </a:cubicBezTo>
                <a:cubicBezTo>
                  <a:pt x="789770" y="6494033"/>
                  <a:pt x="741063" y="6445326"/>
                  <a:pt x="680896" y="6445326"/>
                </a:cubicBezTo>
                <a:close/>
                <a:moveTo>
                  <a:pt x="0" y="0"/>
                </a:moveTo>
                <a:lnTo>
                  <a:pt x="11571689" y="0"/>
                </a:lnTo>
                <a:lnTo>
                  <a:pt x="11571689" y="6857987"/>
                </a:lnTo>
                <a:lnTo>
                  <a:pt x="0" y="685798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11EF29-C49C-A8EC-3242-297BF07F3BDE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334A5D-3C2A-4F52-5645-A9C73117669C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50008" y="2980944"/>
            <a:ext cx="7491984" cy="3059926"/>
          </a:xfrm>
        </p:spPr>
        <p:txBody>
          <a:bodyPr/>
          <a:lstStyle>
            <a:lvl1pPr algn="ctr">
              <a:lnSpc>
                <a:spcPct val="80000"/>
              </a:lnSpc>
              <a:defRPr sz="115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2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7F280A5-645C-0425-93E3-4EAEF6DC705F}"/>
              </a:ext>
            </a:extLst>
          </p:cNvPr>
          <p:cNvSpPr>
            <a:spLocks/>
          </p:cNvSpPr>
          <p:nvPr userDrawn="1"/>
        </p:nvSpPr>
        <p:spPr>
          <a:xfrm>
            <a:off x="2316000" y="-5560"/>
            <a:ext cx="7560000" cy="6883880"/>
          </a:xfrm>
          <a:custGeom>
            <a:avLst/>
            <a:gdLst>
              <a:gd name="connsiteX0" fmla="*/ 2201620 w 7560000"/>
              <a:gd name="connsiteY0" fmla="*/ 0 h 6883880"/>
              <a:gd name="connsiteX1" fmla="*/ 5358380 w 7560000"/>
              <a:gd name="connsiteY1" fmla="*/ 0 h 6883880"/>
              <a:gd name="connsiteX2" fmla="*/ 5418786 w 7560000"/>
              <a:gd name="connsiteY2" fmla="*/ 27309 h 6883880"/>
              <a:gd name="connsiteX3" fmla="*/ 7560000 w 7560000"/>
              <a:gd name="connsiteY3" fmla="*/ 3434560 h 6883880"/>
              <a:gd name="connsiteX4" fmla="*/ 5418786 w 7560000"/>
              <a:gd name="connsiteY4" fmla="*/ 6841811 h 6883880"/>
              <a:gd name="connsiteX5" fmla="*/ 5325732 w 7560000"/>
              <a:gd name="connsiteY5" fmla="*/ 6883880 h 6883880"/>
              <a:gd name="connsiteX6" fmla="*/ 2234269 w 7560000"/>
              <a:gd name="connsiteY6" fmla="*/ 6883880 h 6883880"/>
              <a:gd name="connsiteX7" fmla="*/ 2141214 w 7560000"/>
              <a:gd name="connsiteY7" fmla="*/ 6841811 h 6883880"/>
              <a:gd name="connsiteX8" fmla="*/ 0 w 7560000"/>
              <a:gd name="connsiteY8" fmla="*/ 3434560 h 6883880"/>
              <a:gd name="connsiteX9" fmla="*/ 2141214 w 7560000"/>
              <a:gd name="connsiteY9" fmla="*/ 27309 h 688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60000" h="6883880">
                <a:moveTo>
                  <a:pt x="2201620" y="0"/>
                </a:moveTo>
                <a:lnTo>
                  <a:pt x="5358380" y="0"/>
                </a:lnTo>
                <a:lnTo>
                  <a:pt x="5418786" y="27309"/>
                </a:lnTo>
                <a:cubicBezTo>
                  <a:pt x="6685722" y="637782"/>
                  <a:pt x="7560000" y="1934072"/>
                  <a:pt x="7560000" y="3434560"/>
                </a:cubicBezTo>
                <a:cubicBezTo>
                  <a:pt x="7560000" y="4935049"/>
                  <a:pt x="6685722" y="6231339"/>
                  <a:pt x="5418786" y="6841811"/>
                </a:cubicBezTo>
                <a:lnTo>
                  <a:pt x="5325732" y="6883880"/>
                </a:lnTo>
                <a:lnTo>
                  <a:pt x="2234269" y="6883880"/>
                </a:lnTo>
                <a:lnTo>
                  <a:pt x="2141214" y="6841811"/>
                </a:lnTo>
                <a:cubicBezTo>
                  <a:pt x="874278" y="6231339"/>
                  <a:pt x="0" y="4935049"/>
                  <a:pt x="0" y="3434560"/>
                </a:cubicBezTo>
                <a:cubicBezTo>
                  <a:pt x="0" y="1934072"/>
                  <a:pt x="874278" y="637782"/>
                  <a:pt x="2141214" y="273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Danone One Light" panose="020B0304030202020204" pitchFamily="34" charset="0"/>
            </a:endParaRPr>
          </a:p>
        </p:txBody>
      </p:sp>
      <p:sp>
        <p:nvSpPr>
          <p:cNvPr id="22" name="Title Placeholder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4000" y="1705245"/>
            <a:ext cx="6984000" cy="3867075"/>
          </a:xfrm>
        </p:spPr>
        <p:txBody>
          <a:bodyPr anchor="ctr">
            <a:normAutofit/>
          </a:bodyPr>
          <a:lstStyle>
            <a:lvl1pPr marL="0" algn="ctr" defTabSz="914400" rtl="0" eaLnBrk="1" latinLnBrk="0" hangingPunct="1">
              <a:defRPr lang="en-GB" sz="6600" kern="1200" cap="all" baseline="0" dirty="0">
                <a:solidFill>
                  <a:srgbClr val="005EB8"/>
                </a:solidFill>
                <a:latin typeface="Danone One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/>
              <a:t>CLOSING SLIDE title</a:t>
            </a:r>
          </a:p>
        </p:txBody>
      </p:sp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2" name="Danone-_Danone_Logo_Seconadry_Watercolour_Horizontal.png">
            <a:extLst>
              <a:ext uri="{FF2B5EF4-FFF2-40B4-BE49-F238E27FC236}">
                <a16:creationId xmlns:a16="http://schemas.microsoft.com/office/drawing/2014/main" id="{033C0A5F-B9AD-B5A1-55A5-C92F969CB29F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12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AB6D2447-DE2E-FC4F-E172-CFC9CCA0D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749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range: Wave Divider Slide">
    <p:bg>
      <p:bgPr>
        <a:solidFill>
          <a:srgbClr val="F88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9911AF-B071-0C60-0A17-425E6A34E3A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88806"/>
              </a:solidFill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8B758B8C-9CEA-A00A-2A09-3E5B1BD719F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F88806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3597EDDF-5721-BA75-9565-F4649CC3F326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B9343CAB-A793-E423-D9FD-6E6927C22B46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1A908011-BA69-D57D-098E-E32F0CE9D92C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D3CFFD83-2C99-B66C-547B-71ED5D079818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ORANGE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44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apositive de titr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D3AD1F9-B517-4828-F501-755064E6435C}"/>
              </a:ext>
            </a:extLst>
          </p:cNvPr>
          <p:cNvSpPr>
            <a:spLocks/>
          </p:cNvSpPr>
          <p:nvPr userDrawn="1"/>
        </p:nvSpPr>
        <p:spPr>
          <a:xfrm>
            <a:off x="2316000" y="-5560"/>
            <a:ext cx="7560000" cy="6883880"/>
          </a:xfrm>
          <a:custGeom>
            <a:avLst/>
            <a:gdLst>
              <a:gd name="connsiteX0" fmla="*/ 2201620 w 7560000"/>
              <a:gd name="connsiteY0" fmla="*/ 0 h 6883880"/>
              <a:gd name="connsiteX1" fmla="*/ 5358380 w 7560000"/>
              <a:gd name="connsiteY1" fmla="*/ 0 h 6883880"/>
              <a:gd name="connsiteX2" fmla="*/ 5418786 w 7560000"/>
              <a:gd name="connsiteY2" fmla="*/ 27309 h 6883880"/>
              <a:gd name="connsiteX3" fmla="*/ 7560000 w 7560000"/>
              <a:gd name="connsiteY3" fmla="*/ 3434560 h 6883880"/>
              <a:gd name="connsiteX4" fmla="*/ 5418786 w 7560000"/>
              <a:gd name="connsiteY4" fmla="*/ 6841811 h 6883880"/>
              <a:gd name="connsiteX5" fmla="*/ 5325732 w 7560000"/>
              <a:gd name="connsiteY5" fmla="*/ 6883880 h 6883880"/>
              <a:gd name="connsiteX6" fmla="*/ 2234269 w 7560000"/>
              <a:gd name="connsiteY6" fmla="*/ 6883880 h 6883880"/>
              <a:gd name="connsiteX7" fmla="*/ 2141214 w 7560000"/>
              <a:gd name="connsiteY7" fmla="*/ 6841811 h 6883880"/>
              <a:gd name="connsiteX8" fmla="*/ 0 w 7560000"/>
              <a:gd name="connsiteY8" fmla="*/ 3434560 h 6883880"/>
              <a:gd name="connsiteX9" fmla="*/ 2141214 w 7560000"/>
              <a:gd name="connsiteY9" fmla="*/ 27309 h 688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60000" h="6883880">
                <a:moveTo>
                  <a:pt x="2201620" y="0"/>
                </a:moveTo>
                <a:lnTo>
                  <a:pt x="5358380" y="0"/>
                </a:lnTo>
                <a:lnTo>
                  <a:pt x="5418786" y="27309"/>
                </a:lnTo>
                <a:cubicBezTo>
                  <a:pt x="6685722" y="637782"/>
                  <a:pt x="7560000" y="1934072"/>
                  <a:pt x="7560000" y="3434560"/>
                </a:cubicBezTo>
                <a:cubicBezTo>
                  <a:pt x="7560000" y="4935049"/>
                  <a:pt x="6685722" y="6231339"/>
                  <a:pt x="5418786" y="6841811"/>
                </a:cubicBezTo>
                <a:lnTo>
                  <a:pt x="5325732" y="6883880"/>
                </a:lnTo>
                <a:lnTo>
                  <a:pt x="2234269" y="6883880"/>
                </a:lnTo>
                <a:lnTo>
                  <a:pt x="2141214" y="6841811"/>
                </a:lnTo>
                <a:cubicBezTo>
                  <a:pt x="874278" y="6231339"/>
                  <a:pt x="0" y="4935049"/>
                  <a:pt x="0" y="3434560"/>
                </a:cubicBezTo>
                <a:cubicBezTo>
                  <a:pt x="0" y="1934072"/>
                  <a:pt x="874278" y="637782"/>
                  <a:pt x="2141214" y="273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Danone One Light" panose="020B0304030202020204" pitchFamily="34" charset="0"/>
            </a:endParaRPr>
          </a:p>
        </p:txBody>
      </p:sp>
      <p:pic>
        <p:nvPicPr>
          <p:cNvPr id="20" name="Danone-_Danone_Logo_Seconadry_Watercolour_Horizontal.png">
            <a:extLst>
              <a:ext uri="{FF2B5EF4-FFF2-40B4-BE49-F238E27FC236}">
                <a16:creationId xmlns:a16="http://schemas.microsoft.com/office/drawing/2014/main" id="{C05CD3F6-E0A7-0827-933E-03CAF245965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12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9E925E10-2A9D-0B46-7030-8A65409C73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2052" y="1109663"/>
            <a:ext cx="4779962" cy="946107"/>
          </a:xfrm>
        </p:spPr>
        <p:txBody>
          <a:bodyPr>
            <a:normAutofit/>
          </a:bodyPr>
          <a:lstStyle>
            <a:lvl1pPr algn="ctr">
              <a:defRPr sz="2800" b="0" cap="none" baseline="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Date or subtitle</a:t>
            </a:r>
          </a:p>
        </p:txBody>
      </p:sp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4000" y="1705245"/>
            <a:ext cx="6984000" cy="3867075"/>
          </a:xfrm>
        </p:spPr>
        <p:txBody>
          <a:bodyPr anchor="ctr">
            <a:normAutofit/>
          </a:bodyPr>
          <a:lstStyle>
            <a:lvl1pPr marL="0" algn="ctr" defTabSz="914400" rtl="0" eaLnBrk="1" latinLnBrk="0" hangingPunct="1">
              <a:defRPr lang="en-GB" sz="6600" kern="1200" cap="all" baseline="0" dirty="0">
                <a:solidFill>
                  <a:srgbClr val="005EB8"/>
                </a:solidFill>
                <a:latin typeface="+mj-lt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/>
              <a:t>OPENING SLIDE title</a:t>
            </a:r>
          </a:p>
        </p:txBody>
      </p:sp>
    </p:spTree>
    <p:extLst>
      <p:ext uri="{BB962C8B-B14F-4D97-AF65-F5344CB8AC3E}">
        <p14:creationId xmlns:p14="http://schemas.microsoft.com/office/powerpoint/2010/main" val="136860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1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8304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57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8619DF8-4408-A8AA-1187-EBE877ED5424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6D82AF-079A-1A88-1ED8-5EFB35994D9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1616" y="1593"/>
            <a:ext cx="5823481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Semi Transparent">
            <a:extLst>
              <a:ext uri="{FF2B5EF4-FFF2-40B4-BE49-F238E27FC236}">
                <a16:creationId xmlns:a16="http://schemas.microsoft.com/office/drawing/2014/main" id="{E5C5DF47-34A8-AB69-0370-B74143B4E6E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5520" y="-1594"/>
            <a:ext cx="612000" cy="6858000"/>
          </a:xfrm>
          <a:solidFill>
            <a:srgbClr val="005EB8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3" name="Help 15">
            <a:extLst>
              <a:ext uri="{FF2B5EF4-FFF2-40B4-BE49-F238E27FC236}">
                <a16:creationId xmlns:a16="http://schemas.microsoft.com/office/drawing/2014/main" id="{E5C3189A-2230-7E1E-F1B7-E261E663ECD1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6">
            <a:extLst>
              <a:ext uri="{FF2B5EF4-FFF2-40B4-BE49-F238E27FC236}">
                <a16:creationId xmlns:a16="http://schemas.microsoft.com/office/drawing/2014/main" id="{0F49CE45-05D3-34F7-1555-D1691C02D636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C550F71A-52D0-42C8-C10A-B5D1938DBD97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72A97CC3-F0E3-1B28-F819-365EF1FC427A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BLUE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6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Wave Divider Slid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1EF279-E061-F148-67E2-F1397E2DF11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emi Transparent">
            <a:extLst>
              <a:ext uri="{FF2B5EF4-FFF2-40B4-BE49-F238E27FC236}">
                <a16:creationId xmlns:a16="http://schemas.microsoft.com/office/drawing/2014/main" id="{3D7B8B26-EB7B-1F2F-9662-43B21F92FC2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005EB8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8" name="Help 14">
            <a:extLst>
              <a:ext uri="{FF2B5EF4-FFF2-40B4-BE49-F238E27FC236}">
                <a16:creationId xmlns:a16="http://schemas.microsoft.com/office/drawing/2014/main" id="{E058772A-CA08-80A1-0A7E-6F97CD57C327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9" name="Help 15">
            <a:extLst>
              <a:ext uri="{FF2B5EF4-FFF2-40B4-BE49-F238E27FC236}">
                <a16:creationId xmlns:a16="http://schemas.microsoft.com/office/drawing/2014/main" id="{B57EA6D2-D3C6-514B-3D1C-04AD0CF53A7B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0" name="Help 16">
            <a:extLst>
              <a:ext uri="{FF2B5EF4-FFF2-40B4-BE49-F238E27FC236}">
                <a16:creationId xmlns:a16="http://schemas.microsoft.com/office/drawing/2014/main" id="{8209A939-4050-2E69-2EDA-B111692F99BD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11" name="Help 17">
            <a:extLst>
              <a:ext uri="{FF2B5EF4-FFF2-40B4-BE49-F238E27FC236}">
                <a16:creationId xmlns:a16="http://schemas.microsoft.com/office/drawing/2014/main" id="{799CD59D-9F2F-41FC-7DB2-7913F35DC73C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BLUE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73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09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Full Colour - Big Text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A8B2886-F1A6-9B75-89A2-A58E9B2B80CE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693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Full Colour - Big Text / No Caps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675F41-3C32-6950-8DE0-477BA73F864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B9B7F5BD-A098-53D5-E10F-6F7FB217B73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4600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Full Colour - Big Text / Top lin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13B44E0-F033-4DF7-CE0B-EAC0BCC4A6F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7157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76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chemeClr val="accent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547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3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97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9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005EB8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95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9609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1486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1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430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263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45023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5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8532A4C8-78B2-9C6C-E14B-E725DD369DFF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DBD2199-2864-CC29-F8F7-7028F6B8BE1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5" name="Rectangle 8">
            <a:extLst>
              <a:ext uri="{FF2B5EF4-FFF2-40B4-BE49-F238E27FC236}">
                <a16:creationId xmlns:a16="http://schemas.microsoft.com/office/drawing/2014/main" id="{F95F021B-F34C-A0D6-0D30-EA333120806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8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4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93DD1A8-7EF9-6898-3923-4594B59DE3B3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F688862-7965-63E9-9E23-4502853EAB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94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Statement &amp; Quot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FE77BA-F7B0-3243-0CF5-7E0D1CBB79C1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9974E774-08B9-18B0-DDFC-49E0199A499E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66149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1758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1453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ue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54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21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761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777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: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0CBDEE6-B940-0C89-61FB-53737A1229D9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9BF3994-A711-0D91-2F7D-56A1E9BD817C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0898" y="1593"/>
            <a:ext cx="5824199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FFF5E546-5BC4-A8B3-768D-9B634D7970E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4802" y="-1594"/>
            <a:ext cx="612000" cy="6858000"/>
          </a:xfrm>
          <a:solidFill>
            <a:srgbClr val="00ACED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CA5EA9A8-146B-E893-49E0-64348EEC36F3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9B641F6B-8E0C-AFF0-A799-DC7C029BF95E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4" name="Help 17">
            <a:extLst>
              <a:ext uri="{FF2B5EF4-FFF2-40B4-BE49-F238E27FC236}">
                <a16:creationId xmlns:a16="http://schemas.microsoft.com/office/drawing/2014/main" id="{30FE3267-996B-BAF7-66C3-1BB917CB9352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8" name="Help 18">
            <a:extLst>
              <a:ext uri="{FF2B5EF4-FFF2-40B4-BE49-F238E27FC236}">
                <a16:creationId xmlns:a16="http://schemas.microsoft.com/office/drawing/2014/main" id="{8E37D985-A4E1-D370-6476-142A5DB16776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aqua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30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: Wave Divider Slide">
    <p:bg>
      <p:bgPr>
        <a:solidFill>
          <a:srgbClr val="00A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E08E2C-2872-995D-1486-189F6553495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emi Transparent">
            <a:extLst>
              <a:ext uri="{FF2B5EF4-FFF2-40B4-BE49-F238E27FC236}">
                <a16:creationId xmlns:a16="http://schemas.microsoft.com/office/drawing/2014/main" id="{467E4A9F-47DA-F931-4217-2E81FEDEF8B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00ACED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8" name="Help 14">
            <a:extLst>
              <a:ext uri="{FF2B5EF4-FFF2-40B4-BE49-F238E27FC236}">
                <a16:creationId xmlns:a16="http://schemas.microsoft.com/office/drawing/2014/main" id="{8A6384BA-A54C-A496-809E-E9B2025E4558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96B0B022-187B-ACD9-46C2-45A2BFBEBA0F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F5CE2243-3851-9450-955C-70823C1E67F6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28704F23-3404-73AA-F0E3-A5EBD23DEE59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aqua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67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: Full Colour - Big Text">
    <p:bg>
      <p:bgPr>
        <a:solidFill>
          <a:srgbClr val="00A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0C616B7-8521-B9D7-8123-0333EB1EF3A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98668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: Full Colour - Big Text / No Caps">
    <p:bg>
      <p:bgPr>
        <a:solidFill>
          <a:srgbClr val="00A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61F130-BECE-0A69-8C27-3ECD0939CE4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85555358-92AB-9D0A-D55D-BA54002E43E4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24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: Full Colour - Big Text / Top line">
    <p:bg>
      <p:bgPr>
        <a:solidFill>
          <a:srgbClr val="00A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86DBF-A706-B72F-7CA4-4A3EA2493CA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0981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ACED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23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00ACED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0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ACED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3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accent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12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3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358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00ACED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647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8124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5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3544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1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083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45023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3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4B7C6563-D3E8-0D9F-7F17-0323052C77F0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96E42DA-4FAF-193F-3B67-AC029810B1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1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8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9FAFCD-E318-568F-3A09-F244E37C7A75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221482B-EFEE-367D-B696-AA7FC3ECB7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729340-96E3-0A63-017A-5C735F6B0009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5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: Statement &amp; Quote">
    <p:bg>
      <p:bgPr>
        <a:solidFill>
          <a:srgbClr val="00A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DB0D51E-FDCF-1891-80E7-E7DD16A00FE1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F5A0BAEC-3055-DC85-EBB5-51382044DE68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7732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1745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qua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68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48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2842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638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vy: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56BD0E6-8D46-AD1B-6BF6-34247144171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74A4E17-E478-6AE0-CD99-19BA69555043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0898" y="1593"/>
            <a:ext cx="5824199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E2280AB0-2448-17DF-846E-B918CC3D6593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4802" y="-1594"/>
            <a:ext cx="612000" cy="6858000"/>
          </a:xfrm>
          <a:solidFill>
            <a:schemeClr val="tx2">
              <a:alpha val="60000"/>
            </a:scheme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B3779320-0D54-59ED-162D-2290FB84A68F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D85BAF39-2172-80EB-249C-F0DF2D55F555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EB8EC654-9C63-A576-4F27-437E5B7B1A1F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ED898C30-2321-2A25-8368-7C14B33BA19E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NAVY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7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vy: Wave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42FAE58-9EE5-468B-CD34-4C8CEB202FC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72F89E0C-E9DE-F631-9929-98DD6FA5527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chemeClr val="tx2">
              <a:alpha val="60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998DD0C0-21A5-181A-D39D-8CC1313C53C1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0EC786FB-7C1E-154F-B99E-DFBC34CC9436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B53A4764-A1DB-516D-D6A4-FCCC937A8383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4BED862A-B2DE-0EAF-BF10-8A3936AFA4DC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NAVY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06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vy: Full Colour - Big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B21413-4AC7-B8E7-3123-541DF6B877FC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45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vy: Full Colour - Big Text / No Cap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C2B7FE1-2A3E-764B-F05D-AB0FF517008E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B9201316-6456-6684-D3AD-0B4E1EF68527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37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vy: Full Colour - Big Text / Top 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19D39C-6899-CDC8-B803-14E9E189137E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3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3855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42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chemeClr val="accent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72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3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0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4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tx2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77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3706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962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8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789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45023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F624EA43-F315-0399-BF65-0E9BF2820565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915D8BC-4CF1-B51C-B4CD-BD12286FEF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5" name="Rectangle 8">
            <a:extLst>
              <a:ext uri="{FF2B5EF4-FFF2-40B4-BE49-F238E27FC236}">
                <a16:creationId xmlns:a16="http://schemas.microsoft.com/office/drawing/2014/main" id="{F95F021B-F34C-A0D6-0D30-EA333120806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4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EB523-BC78-8C91-8239-D8A6D106C755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3D1D106-E1DF-63AE-CCBC-184FB96F3C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3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vy: Statement &amp; 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17FC26-8B53-9EC8-CBC0-1B404910F0E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C5A7CE3A-7643-4C1A-ADBF-0AB4C2818251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2252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4731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vy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842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EF3340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54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2873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52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: Divider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DCCCB3A-9031-72E0-FB5F-637385C08EE1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6A705DD-D7FC-9D68-B158-F4DEFF3228D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0898" y="1593"/>
            <a:ext cx="5824199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C93A86DF-EF7F-A586-6205-827D50D73D02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4802" y="-1594"/>
            <a:ext cx="612000" cy="6858000"/>
          </a:xfrm>
          <a:solidFill>
            <a:srgbClr val="EF3340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E641EC09-DCC0-126D-57F6-5870B9E5CC12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775F6D13-4F4E-01F2-AD32-CB42544B79C9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2D2046E5-80AA-FE1C-8C77-C8F26D01585E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A5ED6E5E-0F18-0399-CE99-E8AD4C6DB76B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RED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39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: Wave Divider Slide">
    <p:bg>
      <p:bgPr>
        <a:solidFill>
          <a:srgbClr val="EF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A8CCC5A-9A31-1B55-3E59-0842A0D9FCB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7D1C4C25-6E1A-F76F-04A3-FAB83F25705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EF3340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0FE9B874-5974-381E-6691-9DB76E71AEE0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E894AE8D-292E-9BD6-CA9C-C3D2CFFF46DC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6BFFF8DD-6494-D5C3-440D-42E023D9CDD8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DAF9151F-2642-895A-EB8D-C01A8FF2C955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RED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71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: Full Colour - Big Text">
    <p:bg>
      <p:bgPr>
        <a:solidFill>
          <a:srgbClr val="EF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8D5D4E-CDCD-3D3F-F5E1-0CCE13F78CE0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0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: Full Colour - Big Text / No Caps">
    <p:bg>
      <p:bgPr>
        <a:solidFill>
          <a:srgbClr val="EF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2724D62-4EC8-73DD-AAA3-49E17F9B323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379D5246-0249-BBBF-2AA3-88AF5D7EC050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14000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: Full Colour - Big Text / Top line">
    <p:bg>
      <p:bgPr>
        <a:solidFill>
          <a:srgbClr val="EF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4A838D8-6226-CB77-B414-7EA215D232EC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6322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EF3340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42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EF3340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07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EF3340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3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76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EF3340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4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358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EF3340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81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6232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FDE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4652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1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162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6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D91DAE65-2AE7-8F8C-3635-DCFEE3EF07D7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50260CD-BF8C-1EB0-E3BC-61A6000570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0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9E4F807-A3B0-6692-48E4-B22A6F9F5034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FF2A539-F139-1F3D-C1D1-FD88E644C9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F414E22-A611-63D7-D97B-D467CD1979C2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5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: Statement &amp; Quote">
    <p:bg>
      <p:bgPr>
        <a:solidFill>
          <a:srgbClr val="EF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4ED6DAC-1BA7-FA69-0B74-21A62F91D1B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marL="285750" indent="-285750">
              <a:buFont typeface="Danone One Light" panose="020B0304030202020204" pitchFamily="34" charset="0"/>
              <a:buChar char="•"/>
              <a:defRPr/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marL="285750" indent="-285750">
              <a:buFont typeface="Danone One Light" panose="020B0304030202020204" pitchFamily="34" charset="0"/>
              <a:buChar char="•"/>
              <a:defRPr/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 marL="342900" indent="-342900">
              <a:buFont typeface="Danone One Light" panose="020B0304030202020204" pitchFamily="34" charset="0"/>
              <a:buChar char="•"/>
              <a:defRPr sz="2400" b="1" i="0">
                <a:solidFill>
                  <a:schemeClr val="bg1"/>
                </a:solidFill>
              </a:defRPr>
            </a:lvl1pPr>
            <a:lvl2pPr marL="285750" indent="-285750">
              <a:buFont typeface="Danone One Light" panose="020B0304030202020204" pitchFamily="34" charset="0"/>
              <a:buChar char="•"/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285750" indent="-285750">
              <a:buFont typeface="Danone One Light" panose="020B0304030202020204" pitchFamily="34" charset="0"/>
              <a:buChar char="•"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marL="342900" indent="-342900" algn="ctr">
              <a:buFont typeface="Danone One Light" panose="020B0304030202020204" pitchFamily="34" charset="0"/>
              <a:buChar char="•"/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Danone One Light" panose="020B0304030202020204" pitchFamily="34" charset="0"/>
              <a:buChar char="•"/>
            </a:pPr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Danone One Light" panose="020B0304030202020204" pitchFamily="34" charset="0"/>
              <a:buChar char="•"/>
            </a:pP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Danone One Light" panose="020B0304030202020204" pitchFamily="34" charset="0"/>
              <a:buChar char="•"/>
            </a:pPr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Danone One Light" panose="020B0304030202020204" pitchFamily="34" charset="0"/>
              <a:buChar char="•"/>
            </a:pP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171450" indent="-171450" algn="ctr">
              <a:buFont typeface="Danone One Light" panose="020B0304030202020204" pitchFamily="34" charset="0"/>
              <a:buChar char="•"/>
            </a:pPr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97D11D0D-0E56-0CA4-1569-3A1066DD59FF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2915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0385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d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81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85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0181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945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: Divider Slide">
    <p:bg>
      <p:bgPr>
        <a:solidFill>
          <a:srgbClr val="54A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54222B0-CB3C-CD91-BF11-CEAF450C75F9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07BD0B-0739-74EA-9B79-AFA5B6DDB76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0898" y="1593"/>
            <a:ext cx="58242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DB1B3180-4FCB-70CF-7EDA-DB2886C66022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4802" y="-1594"/>
            <a:ext cx="612000" cy="6858000"/>
          </a:xfrm>
          <a:solidFill>
            <a:srgbClr val="54AD18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F0B7BA66-8115-1C49-32B0-0307D14F4D95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1A56C5DD-F691-CAB0-EF95-04CF24BF4DF0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0FF8731F-7FC9-78FC-224F-C3AD73AF1546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B35F99F4-F36F-BBF5-63D3-AC0F445ABAF4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</a:t>
            </a:r>
            <a:r>
              <a:rPr lang="en-US" err="1"/>
              <a:t>GREEn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72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: Wave Divider Slide">
    <p:bg>
      <p:bgPr>
        <a:solidFill>
          <a:srgbClr val="54A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50473C-03D1-04CF-A08E-2DE77B69DDA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85EC1474-7B18-2D21-37A6-9B86A8E11E3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54AD18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FD7BA395-F6B3-1AB5-5694-D64CF43097EA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E0DE959D-5E26-A4A4-0801-8F0F9E88F4C1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5BA69A6E-867F-553B-3E49-FA686D1C8EAB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CE785092-FC35-7540-4C8B-426C7FFBE1DA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</a:t>
            </a:r>
            <a:r>
              <a:rPr lang="en-US" err="1"/>
              <a:t>GREEn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35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: Full Colour - Big Text">
    <p:bg>
      <p:bgPr>
        <a:solidFill>
          <a:srgbClr val="54A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7F81712-4FC5-FF24-A27C-8E0A4220004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54AD18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6431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: Full Colour - Big Text / No Caps">
    <p:bg>
      <p:bgPr>
        <a:solidFill>
          <a:srgbClr val="54A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525F04-7D95-F44E-2A86-E7F529084AF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6ED07023-0ED0-373B-E29A-2CF5C3E7C48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5629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: Full Colour - Big Text / Top line">
    <p:bg>
      <p:bgPr>
        <a:solidFill>
          <a:srgbClr val="54A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3F5E8CD-6AED-FF80-4AA3-6E2F56F3F66E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54AD18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4725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54AD18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11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54AD18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1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54AD18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rgbClr val="54AD18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01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2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54AD18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82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2920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EF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3781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0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783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3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D4707E42-CAA8-E013-4400-06989983EC41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AD95FD-D695-E9CB-7DF1-58477799AD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5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0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6C5E6FE-0565-DD60-22D8-77E032613500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070ED58-D3A0-6710-B511-17EDFC7117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F414E22-A611-63D7-D97B-D467CD1979C2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54AD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1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: Statement &amp; Quote">
    <p:bg>
      <p:bgPr>
        <a:solidFill>
          <a:srgbClr val="54A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5D7B8D8-D888-41BE-6E69-9F851F0B989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1F5F94FD-A4C1-CDED-79BC-87C18D142EE5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4099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9326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een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64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48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6595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934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: Divider Slide">
    <p:bg>
      <p:bgPr>
        <a:solidFill>
          <a:srgbClr val="F88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3660E1C-C26F-EBB2-A704-7E3A363E7861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63DEFB6-903A-17A4-FC74-874502C528A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1616" y="1593"/>
            <a:ext cx="5823481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3A37F311-7A09-AA92-F018-39C5747407F3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5520" y="-1594"/>
            <a:ext cx="612000" cy="6858000"/>
          </a:xfrm>
          <a:solidFill>
            <a:srgbClr val="F88806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22C058EE-D6B5-B66C-E1F0-DBB577A528C5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96F868C4-B67A-4E96-7D8D-EDFE51989D08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E6F76BFF-4EFE-BBF8-73E9-B4F0E0103085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D30040EA-F8FD-E8F8-763F-6B8C6DA468B0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ORANGE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08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: Wave Divider Slide">
    <p:bg>
      <p:bgPr>
        <a:solidFill>
          <a:srgbClr val="F88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9911AF-B071-0C60-0A17-425E6A34E3A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88806"/>
              </a:solidFill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8B758B8C-9CEA-A00A-2A09-3E5B1BD719F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F88806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3597EDDF-5721-BA75-9565-F4649CC3F326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B9343CAB-A793-E423-D9FD-6E6927C22B46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1A908011-BA69-D57D-098E-E32F0CE9D92C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D3CFFD83-2C99-B66C-547B-71ED5D079818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ORANGE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22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: Full Colour - Big Text">
    <p:bg>
      <p:bgPr>
        <a:solidFill>
          <a:srgbClr val="F88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538192-5FA9-D92C-8CF3-26BB1A9BE50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5460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: Full Colour - Big Text / No Caps">
    <p:bg>
      <p:bgPr>
        <a:solidFill>
          <a:srgbClr val="F88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BA40D88-75B0-55F7-97A7-7C54869B50A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410E87A5-B169-9739-F887-F09E3BF70CE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973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: Full Colour - Big Text / Top line">
    <p:bg>
      <p:bgPr>
        <a:solidFill>
          <a:srgbClr val="F88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003800-A565-6EB1-0470-9E920B6EAA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1832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88806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57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F88806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96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88806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rgbClr val="F88806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accent1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04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5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F88806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68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1190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FDF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4712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569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1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125BED0E-4A61-D6CB-A592-2B7D7F74172D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A2A30A4-6910-4116-A0FA-A5D0D872FB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94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B438688-F0EB-C53D-080C-57F874E0AAF9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9875D5-AD61-9D9A-FBC0-4C799FAA4F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F414E22-A611-63D7-D97B-D467CD1979C2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888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7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: Statement &amp; Quote">
    <p:bg>
      <p:bgPr>
        <a:solidFill>
          <a:srgbClr val="F888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A38CC1-8716-D9C7-F616-D7246390580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4D7F8BFF-B55B-4BD7-B396-9F4D5E08C54E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5976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4205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range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9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86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61583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61583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3165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293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Divider Slide">
    <p:bg>
      <p:bgPr>
        <a:solidFill>
          <a:srgbClr val="008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B96EE9D-0EBC-E849-514F-6B82E871DFD6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D0D26B5-54B0-D2CB-3221-B3F5B841C8A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0898" y="1593"/>
            <a:ext cx="5824199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BD540854-937D-A726-9DD1-D71AEE88906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4802" y="-1594"/>
            <a:ext cx="612000" cy="6858000"/>
          </a:xfrm>
          <a:solidFill>
            <a:srgbClr val="00843D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7B98E96F-67B5-2C38-2736-A71255922733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9837B658-4295-70F7-0C47-8AC2EA3B6E28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890F97FE-506F-925E-1911-DE796F66E57C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7A8476D6-1CDE-47BE-296A-85654941511E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– DARK </a:t>
            </a:r>
            <a:r>
              <a:rPr lang="en-US" err="1"/>
              <a:t>GREEn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10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Wave Divider Slide">
    <p:bg>
      <p:bgPr>
        <a:solidFill>
          <a:srgbClr val="008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4BE7580-B58C-2480-1E2E-F5BD20CC23B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843D"/>
              </a:solidFill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FC9D2ADB-170C-6FED-D441-7B2808CB677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00843D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6294FFAA-71E0-4954-F5F9-764A8A8330D4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FC005C6D-296B-D7D6-99B3-C82D2D41884E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7956C34B-3B11-FEBE-CCCE-2CE2E104F4CD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3580AB56-FFF7-2275-048A-36CF774DC47D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– DARK </a:t>
            </a:r>
            <a:r>
              <a:rPr lang="en-US" err="1"/>
              <a:t>GREEn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40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Full Colour - Big Text">
    <p:bg>
      <p:bgPr>
        <a:solidFill>
          <a:srgbClr val="008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B26D7F-38A5-AA05-B9F0-0F5197518C5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8203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Full Colour - Big Text / No Caps">
    <p:bg>
      <p:bgPr>
        <a:solidFill>
          <a:srgbClr val="008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4ED23C3-87E6-E5E1-B21A-5B45DA94648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00843D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3BD21894-892A-1F18-34DD-E81F1D8A92E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3139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Full Colour - Big Text / Top line">
    <p:bg>
      <p:bgPr>
        <a:solidFill>
          <a:srgbClr val="008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0F54AB1-2720-8D7F-9095-FE809859655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1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04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843D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91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00843D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1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843D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rgbClr val="00843D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8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4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00843D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77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2"/>
            <a:ext cx="5292000" cy="4606650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5014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5F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7008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6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231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2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BD24D531-A0D3-6BB8-C2CE-E822CDFA5FB2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8A6E7A4-B4BB-502C-A449-16D21B3351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5" name="Rectangle 8">
            <a:extLst>
              <a:ext uri="{FF2B5EF4-FFF2-40B4-BE49-F238E27FC236}">
                <a16:creationId xmlns:a16="http://schemas.microsoft.com/office/drawing/2014/main" id="{F95F021B-F34C-A0D6-0D30-EA333120806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8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9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400AAE-9106-D3F5-F171-41F72E1D453D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01E468A-FC56-C37C-2D62-4FDB8B0CCC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5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: Statement &amp; Quote">
    <p:bg>
      <p:bgPr>
        <a:solidFill>
          <a:srgbClr val="008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2A6EA6-A02C-281B-C140-175989438C2C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70F2187D-4D1B-1979-DB7F-75371E81EA61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66149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7634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6232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ue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6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07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90493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745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mon: Divider Slide">
    <p:bg>
      <p:bgPr>
        <a:solidFill>
          <a:srgbClr val="EE8C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03E49CE-1409-46B4-5634-E3567339E48E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E8ACECB-1AF0-9B39-77AC-2CB5721C392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0898" y="1593"/>
            <a:ext cx="5824199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95DEFD51-2FD3-C306-2752-CABC6A457228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855FA1AA-A313-5DCD-0A5D-67A4E357B9B2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4802" y="-1594"/>
            <a:ext cx="612000" cy="6858000"/>
          </a:xfrm>
          <a:solidFill>
            <a:srgbClr val="EE8C6B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C11B1AB8-E07C-0491-DA36-069F8EF7C4CC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7C37F3C9-830F-CD96-8567-FB25FA6F02B9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11143D5E-A5E7-846E-B783-0BA7C950B3A8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2396B4FA-61BA-A657-405E-99EC475ADF96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SALMON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mon: Wave Divider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09FDB3-D68F-B0BC-0D3F-196AAC8ABE5C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4"/>
              </a:solidFill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A7FFA404-FAD6-1843-A72D-048EC99C8DE7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15234384-51E7-C789-84B1-2745A460344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EE8C6B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7EB09641-F39F-FF93-579D-6185B88B048E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83B8CD07-F783-B26D-F4F8-83015FB3F86F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A7FC1679-D9E2-E213-C0BC-1DE11B0C2008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EA45721F-6128-5D91-9DFA-C736C817422D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SALMON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77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mon: Full Colour - Big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A23167-1271-7A4B-77A4-BD63DD9EA41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4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5375D34-7506-452B-A9C7-95446EBD7224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0847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mon: Full Colour - Big Text / No Cap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AC33E42-A800-ABFD-0E0E-B6070E4768E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4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EAF7F768-C633-E9CD-F153-435038DCA07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30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mon: Full Colour - Big Text / Top lin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0E9772-CE2A-3617-BA81-14DEAE5C7E3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4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1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85BCCB5B-FA7E-5286-811C-321A44531DC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4061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4646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chemeClr val="accent4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7444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4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accent1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662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0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8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accent4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04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4325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E8C6B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3547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8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342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2636" userDrawn="1">
          <p15:clr>
            <a:srgbClr val="FBAE4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0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41845DC7-8066-4625-B4FC-A746BC2D29C9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E96897-EF07-45BC-1F35-8050DD4D33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1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0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mon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FA3CE3-EE0B-159E-086C-CBC14C6D272C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55570B0-0F22-01FF-245B-7925E86718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F414E22-A611-63D7-D97B-D467CD1979C2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1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mon: Statement &amp; 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236C297-D649-B9B9-2DF4-A3E302759EB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2" name="Danone-_Danone_Logo_Seconadry_Watercolour_Horizontal.png">
            <a:extLst>
              <a:ext uri="{FF2B5EF4-FFF2-40B4-BE49-F238E27FC236}">
                <a16:creationId xmlns:a16="http://schemas.microsoft.com/office/drawing/2014/main" id="{07BB9F23-C56D-7A35-B1F0-18A89D19E0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2191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5467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lmon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80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57BAB7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5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7BAB7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7BAB7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45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949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nt: Divider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B810E9D-5D7E-A06D-C8E9-18BA4F477E0E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2450C1-8C34-B456-2608-4CA783AE121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1616" y="1593"/>
            <a:ext cx="5823481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1ED96FE8-2A3F-F1CA-6758-FF058CB09FC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5520" y="-1594"/>
            <a:ext cx="612000" cy="6858000"/>
          </a:xfrm>
          <a:solidFill>
            <a:srgbClr val="57BAB7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9F823F0B-C6CC-7453-E4FF-BFB55947A8E6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D918F6C7-9FD8-6655-99FA-C51A8CD4022F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09987FE8-5FD7-C44F-1E5F-E24791E5DD88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AA142064-9FAC-039D-EFCA-AB565282673B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MINT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99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nt: Wave Divider Slide">
    <p:bg>
      <p:bgPr>
        <a:solidFill>
          <a:srgbClr val="57B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2B862DB-BCD7-5E85-389D-EB69BFD9BE0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6"/>
              </a:solidFill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D1BA25DF-238F-552F-8A3F-B0595143094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57BAB7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0CC62D05-5F33-E6D9-FD4A-B2402558E082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F75DBA8C-0B11-A1D9-6953-E63A13FC8EA4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9043F070-0224-054B-29BE-20DC10C5C8B4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57FD23EB-B9DE-3868-8D5F-B7C3DC5F629C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MINT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17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nt: Full Colour - Big Text">
    <p:bg>
      <p:bgPr>
        <a:solidFill>
          <a:srgbClr val="57B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BA8C6C-E661-A476-8291-622B6152C267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6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4722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nt: Full Colour - Big Text / No Caps">
    <p:bg>
      <p:bgPr>
        <a:solidFill>
          <a:srgbClr val="57B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2A7A31B-B218-A020-8BF4-90FC000BC43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6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2BAF1EEB-DED7-673A-B688-4E5C017D1FF8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747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nt: Full Colour - Big Text / Top line">
    <p:bg>
      <p:bgPr>
        <a:solidFill>
          <a:srgbClr val="57B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C7B4FAA-8C24-3154-518F-800E4E90D17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1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7670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177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chemeClr val="accent6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9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6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20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6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3"/>
            <a:ext cx="5292000" cy="4645026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accent6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04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773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E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6579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8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643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4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A1525AA7-ED36-04F3-1DF8-D71C04A8AC29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EDDDF6B-BC76-5056-B742-EE463E82089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9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89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C522D6-3977-EBB1-EC68-82BAACE83E79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61678C-5C2B-869B-154D-241BB02D99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2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nt: Statement &amp; Quote">
    <p:bg>
      <p:bgPr>
        <a:solidFill>
          <a:srgbClr val="57B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C9409E-31FE-6109-C508-57F210C1E1F7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43BD1035-4DAD-88AF-5196-FD00536B607C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66149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0752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6743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int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04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56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8337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65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: Divider Slide">
    <p:bg>
      <p:bgPr>
        <a:solidFill>
          <a:srgbClr val="FFB2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38B3E0F-66DC-43A4-9C98-731E81B4884D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BEECAC6-09F6-28A0-15B3-6FDC2FBF8251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1616" y="1593"/>
            <a:ext cx="5823481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1CCF4DF5-E898-5700-1ADD-789A7284598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5520" y="-1594"/>
            <a:ext cx="612000" cy="6858000"/>
          </a:xfrm>
          <a:solidFill>
            <a:srgbClr val="FFB2BE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C11A6A19-54A9-6AF2-9E9C-C2149668E113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688456F2-B419-4404-2305-745FBB932C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7C815BFB-C71E-E596-B1A1-ED4B1A4472FC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F8020C02-3846-150D-0156-62CD54833740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PINK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3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: Wave Divider Slide">
    <p:bg>
      <p:bgPr>
        <a:solidFill>
          <a:srgbClr val="FFB2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067A2B9-7766-E686-B366-0A0672E9EF5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B2B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79BCBDD1-424E-5897-A381-D22B0AC0E84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FFB2BE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214F3CDC-3674-53C0-773F-EA32BDD07433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182E05C6-2312-4C15-7EB6-5615A7A615D2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3E01DCEC-E9C8-F663-02AF-19FDEACC1B17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DE5CC043-C5C1-C58F-CD19-2A9BB8746BEC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PINK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2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: Full Colour - Big Text">
    <p:bg>
      <p:bgPr>
        <a:solidFill>
          <a:srgbClr val="FFB2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8DD9052-1155-28CF-C69D-6F1441730D1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B2B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2175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: Full Colour - Big Text / No Caps">
    <p:bg>
      <p:bgPr>
        <a:solidFill>
          <a:srgbClr val="FFB2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BD0900-8AC7-99F5-21E7-65BB269E6313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8B6B2C42-5E3D-2954-42A6-991BF5CB06D3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6704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: Full Colour - Big Text / Top line">
    <p:bg>
      <p:bgPr>
        <a:solidFill>
          <a:srgbClr val="FFB2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8EF82B1-F46F-7BA5-4DC3-12C6B3C9E5D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B2B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5652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FB2BE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53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FFB2BE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78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FB2BE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rgbClr val="FFB2BE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accent1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21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1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FFB2BE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85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7220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FF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5244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5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310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752972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1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1E5A4634-D091-B7BA-6760-D5242FBE6824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AD079D-2B2E-10B6-9516-93F33439EB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5" name="Rectangle 8">
            <a:extLst>
              <a:ext uri="{FF2B5EF4-FFF2-40B4-BE49-F238E27FC236}">
                <a16:creationId xmlns:a16="http://schemas.microsoft.com/office/drawing/2014/main" id="{F95F021B-F34C-A0D6-0D30-EA333120806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FB2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8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6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FE9768-F0C2-F71E-C4F2-2864D88B1D21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752018-6DE9-108D-775F-7FA53FEDA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9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: Statement &amp; Quote">
    <p:bg>
      <p:bgPr>
        <a:solidFill>
          <a:srgbClr val="FFB2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81E662-0292-A737-894A-C384E5F234F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C29C8381-AD9B-8EE9-53AE-8F6D3DD06A43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9509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5139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nk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63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28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61583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61583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9191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008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ellow: Divider Slide">
    <p:bg>
      <p:bgPr>
        <a:solidFill>
          <a:srgbClr val="F3D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83310B9-49BE-C39C-ABF8-793E71F75C29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8A1152-EED1-865D-67F9-F0152CD56F1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7956"/>
            <a:ext cx="6363616" cy="6858000"/>
          </a:xfrm>
          <a:prstGeom prst="rect">
            <a:avLst/>
          </a:prstGeom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0898" y="1593"/>
            <a:ext cx="5824199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1" name="Danone-_Danone_Logo_Seconadry_Watercolour_Horizontal.png">
            <a:extLst>
              <a:ext uri="{FF2B5EF4-FFF2-40B4-BE49-F238E27FC236}">
                <a16:creationId xmlns:a16="http://schemas.microsoft.com/office/drawing/2014/main" id="{1B0D737D-3DAE-6B2E-6849-65E7C3DFDCA0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emi Transparent">
            <a:extLst>
              <a:ext uri="{FF2B5EF4-FFF2-40B4-BE49-F238E27FC236}">
                <a16:creationId xmlns:a16="http://schemas.microsoft.com/office/drawing/2014/main" id="{2E38E1E0-8F87-EDA8-79E6-D7193F7F431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744802" y="-1594"/>
            <a:ext cx="612000" cy="6858000"/>
          </a:xfrm>
          <a:solidFill>
            <a:schemeClr val="accent5">
              <a:alpha val="60000"/>
            </a:scheme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1D748A22-9A22-9910-975B-F385C57AAC1E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28AE35B4-91F0-D562-3E7D-CB7E46AE7868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5169DAE2-33B7-70FB-556A-A32211C9D14C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CA609AFA-9029-F845-C229-C26492446075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YELLOW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94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ellow: Wave Divider Slide">
    <p:bg>
      <p:bgPr>
        <a:solidFill>
          <a:srgbClr val="F3D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AA1FC5D-EFD6-BBC9-54BD-47BFC1F364F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3D03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33025C31-CEFB-E668-6CAC-B97E5BA05F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8254" y="0"/>
            <a:ext cx="7311217" cy="6858000"/>
          </a:xfrm>
          <a:custGeom>
            <a:avLst/>
            <a:gdLst>
              <a:gd name="connsiteX0" fmla="*/ 0 w 7311217"/>
              <a:gd name="connsiteY0" fmla="*/ 0 h 6858000"/>
              <a:gd name="connsiteX1" fmla="*/ 7311217 w 7311217"/>
              <a:gd name="connsiteY1" fmla="*/ 0 h 6858000"/>
              <a:gd name="connsiteX2" fmla="*/ 7311217 w 7311217"/>
              <a:gd name="connsiteY2" fmla="*/ 6858000 h 6858000"/>
              <a:gd name="connsiteX3" fmla="*/ 20354 w 7311217"/>
              <a:gd name="connsiteY3" fmla="*/ 6858000 h 6858000"/>
              <a:gd name="connsiteX4" fmla="*/ 149928 w 7311217"/>
              <a:gd name="connsiteY4" fmla="*/ 6675788 h 6858000"/>
              <a:gd name="connsiteX5" fmla="*/ 1137312 w 7311217"/>
              <a:gd name="connsiteY5" fmla="*/ 3443311 h 6858000"/>
              <a:gd name="connsiteX6" fmla="*/ 149928 w 7311217"/>
              <a:gd name="connsiteY6" fmla="*/ 21083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1217" h="6858000">
                <a:moveTo>
                  <a:pt x="0" y="0"/>
                </a:moveTo>
                <a:lnTo>
                  <a:pt x="7311217" y="0"/>
                </a:lnTo>
                <a:lnTo>
                  <a:pt x="7311217" y="6858000"/>
                </a:lnTo>
                <a:lnTo>
                  <a:pt x="20354" y="6858000"/>
                </a:lnTo>
                <a:lnTo>
                  <a:pt x="149928" y="6675788"/>
                </a:lnTo>
                <a:cubicBezTo>
                  <a:pt x="773311" y="5753059"/>
                  <a:pt x="1137312" y="4640694"/>
                  <a:pt x="1137312" y="3443311"/>
                </a:cubicBezTo>
                <a:cubicBezTo>
                  <a:pt x="1137312" y="2245929"/>
                  <a:pt x="773311" y="1133563"/>
                  <a:pt x="149928" y="21083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6388229A-DBA0-AA9F-1DB1-371C4A968C7B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emi Transparent">
            <a:extLst>
              <a:ext uri="{FF2B5EF4-FFF2-40B4-BE49-F238E27FC236}">
                <a16:creationId xmlns:a16="http://schemas.microsoft.com/office/drawing/2014/main" id="{84C9E5E4-0898-03BC-797D-F960A9E2C96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221874" y="1"/>
            <a:ext cx="1793705" cy="6857999"/>
          </a:xfrm>
          <a:custGeom>
            <a:avLst/>
            <a:gdLst>
              <a:gd name="connsiteX0" fmla="*/ 0 w 1793705"/>
              <a:gd name="connsiteY0" fmla="*/ 0 h 6857999"/>
              <a:gd name="connsiteX1" fmla="*/ 682691 w 1793705"/>
              <a:gd name="connsiteY1" fmla="*/ 0 h 6857999"/>
              <a:gd name="connsiteX2" fmla="*/ 791543 w 1793705"/>
              <a:gd name="connsiteY2" fmla="*/ 153073 h 6857999"/>
              <a:gd name="connsiteX3" fmla="*/ 1793705 w 1793705"/>
              <a:gd name="connsiteY3" fmla="*/ 3433927 h 6857999"/>
              <a:gd name="connsiteX4" fmla="*/ 791543 w 1793705"/>
              <a:gd name="connsiteY4" fmla="*/ 6714782 h 6857999"/>
              <a:gd name="connsiteX5" fmla="*/ 689699 w 1793705"/>
              <a:gd name="connsiteY5" fmla="*/ 6857999 h 6857999"/>
              <a:gd name="connsiteX6" fmla="*/ 7120 w 1793705"/>
              <a:gd name="connsiteY6" fmla="*/ 6857999 h 6857999"/>
              <a:gd name="connsiteX7" fmla="*/ 78975 w 1793705"/>
              <a:gd name="connsiteY7" fmla="*/ 6758541 h 6857999"/>
              <a:gd name="connsiteX8" fmla="*/ 1110988 w 1793705"/>
              <a:gd name="connsiteY8" fmla="*/ 3433927 h 6857999"/>
              <a:gd name="connsiteX9" fmla="*/ 78975 w 1793705"/>
              <a:gd name="connsiteY9" fmla="*/ 10931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3705" h="6857999">
                <a:moveTo>
                  <a:pt x="0" y="0"/>
                </a:moveTo>
                <a:lnTo>
                  <a:pt x="682691" y="0"/>
                </a:lnTo>
                <a:lnTo>
                  <a:pt x="791543" y="153073"/>
                </a:lnTo>
                <a:cubicBezTo>
                  <a:pt x="1424256" y="1089611"/>
                  <a:pt x="1793705" y="2218625"/>
                  <a:pt x="1793705" y="3433927"/>
                </a:cubicBezTo>
                <a:cubicBezTo>
                  <a:pt x="1793705" y="4649230"/>
                  <a:pt x="1424256" y="5778243"/>
                  <a:pt x="791543" y="6714782"/>
                </a:cubicBezTo>
                <a:lnTo>
                  <a:pt x="689699" y="6857999"/>
                </a:lnTo>
                <a:lnTo>
                  <a:pt x="7120" y="6857999"/>
                </a:lnTo>
                <a:lnTo>
                  <a:pt x="78975" y="6758541"/>
                </a:lnTo>
                <a:cubicBezTo>
                  <a:pt x="729904" y="5813504"/>
                  <a:pt x="1110988" y="4668219"/>
                  <a:pt x="1110988" y="3433927"/>
                </a:cubicBezTo>
                <a:cubicBezTo>
                  <a:pt x="1110988" y="2199636"/>
                  <a:pt x="729904" y="1054351"/>
                  <a:pt x="78975" y="109314"/>
                </a:cubicBezTo>
                <a:close/>
              </a:path>
            </a:pathLst>
          </a:custGeom>
          <a:solidFill>
            <a:srgbClr val="F3D03E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9" name="Help 14">
            <a:extLst>
              <a:ext uri="{FF2B5EF4-FFF2-40B4-BE49-F238E27FC236}">
                <a16:creationId xmlns:a16="http://schemas.microsoft.com/office/drawing/2014/main" id="{9D52C372-863A-F711-271F-DD6FE951A34B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A6D49175-6B55-FD0B-9FF7-14EF57132061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DE6D180D-1CFB-1BA2-497A-1CE7C28135BA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BD1A87F1-8847-F0D5-6B45-9B339EE27D43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Insert presentation subtitle             – can span over multiple lines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/>
              <a:t>Insert presentation title - YELLOW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65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ellow: Full Colour - Big Text">
    <p:bg>
      <p:bgPr>
        <a:solidFill>
          <a:srgbClr val="F3D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AFB97A-B436-2EDC-1F0D-223A62438BBD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3D03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Danone-_Danone_Logo_Seconadry_Watercolour_Horizontal.png">
            <a:extLst>
              <a:ext uri="{FF2B5EF4-FFF2-40B4-BE49-F238E27FC236}">
                <a16:creationId xmlns:a16="http://schemas.microsoft.com/office/drawing/2014/main" id="{521B2752-F46B-0373-DB25-3C25701B42D1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6402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ellow: Full Colour - Big Text / No Caps">
    <p:bg>
      <p:bgPr>
        <a:solidFill>
          <a:srgbClr val="F3D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FDAEAB9-0E64-BFC1-07E0-C9CEE4464C4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3D03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9" name="Danone-_Danone_Logo_Seconadry_Watercolour_Horizontal.png">
            <a:extLst>
              <a:ext uri="{FF2B5EF4-FFF2-40B4-BE49-F238E27FC236}">
                <a16:creationId xmlns:a16="http://schemas.microsoft.com/office/drawing/2014/main" id="{43AB17D9-9BD7-0430-27CE-3778F99F1B19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3193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ellow: Full Colour - Big Text / Top line">
    <p:bg>
      <p:bgPr>
        <a:solidFill>
          <a:srgbClr val="F3D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42404A-1BDA-9467-5FDA-DD3F1745F38E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3D03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900646"/>
            <a:ext cx="7190831" cy="4455704"/>
          </a:xfrm>
          <a:noFill/>
          <a:effectLst/>
        </p:spPr>
        <p:txBody>
          <a:bodyPr tIns="180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0060B4-F803-8FFD-E354-3989302D65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1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/>
              <a:t>.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445B3E1E-4FF9-848D-1EA9-5859D167DE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0" name="Danone-_Danone_Logo_Seconadry_Watercolour_Horizontal.png">
            <a:extLst>
              <a:ext uri="{FF2B5EF4-FFF2-40B4-BE49-F238E27FC236}">
                <a16:creationId xmlns:a16="http://schemas.microsoft.com/office/drawing/2014/main" id="{08BB743B-0EE3-EBDC-ABAD-5E07BAEDA49E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2738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3D03E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45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F3D03E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97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3D03E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5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/>
              <a:t>##%</a:t>
            </a:r>
          </a:p>
          <a:p>
            <a:pPr lvl="1"/>
            <a:endParaRPr lang="nl-NL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05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9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8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F3D03E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7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9B8D360A-F62D-7916-E47C-D6964F8690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970902"/>
            <a:ext cx="5593726" cy="4887099"/>
          </a:xfrm>
          <a:custGeom>
            <a:avLst/>
            <a:gdLst>
              <a:gd name="connsiteX0" fmla="*/ 2469409 w 5593726"/>
              <a:gd name="connsiteY0" fmla="*/ 0 h 4887099"/>
              <a:gd name="connsiteX1" fmla="*/ 5593726 w 5593726"/>
              <a:gd name="connsiteY1" fmla="*/ 3123889 h 4887099"/>
              <a:gd name="connsiteX2" fmla="*/ 5060142 w 5593726"/>
              <a:gd name="connsiteY2" fmla="*/ 4870485 h 4887099"/>
              <a:gd name="connsiteX3" fmla="*/ 5047717 w 5593726"/>
              <a:gd name="connsiteY3" fmla="*/ 4887099 h 4887099"/>
              <a:gd name="connsiteX4" fmla="*/ 0 w 5593726"/>
              <a:gd name="connsiteY4" fmla="*/ 4887099 h 4887099"/>
              <a:gd name="connsiteX5" fmla="*/ 0 w 5593726"/>
              <a:gd name="connsiteY5" fmla="*/ 1215071 h 4887099"/>
              <a:gd name="connsiteX6" fmla="*/ 58534 w 5593726"/>
              <a:gd name="connsiteY6" fmla="*/ 1136806 h 4887099"/>
              <a:gd name="connsiteX7" fmla="*/ 2469409 w 5593726"/>
              <a:gd name="connsiteY7" fmla="*/ 0 h 488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3726" h="4887099">
                <a:moveTo>
                  <a:pt x="2469409" y="0"/>
                </a:moveTo>
                <a:cubicBezTo>
                  <a:pt x="4194922" y="0"/>
                  <a:pt x="5593726" y="1398613"/>
                  <a:pt x="5593726" y="3123889"/>
                </a:cubicBezTo>
                <a:cubicBezTo>
                  <a:pt x="5593726" y="3770868"/>
                  <a:pt x="5397019" y="4371909"/>
                  <a:pt x="5060142" y="4870485"/>
                </a:cubicBezTo>
                <a:lnTo>
                  <a:pt x="5047717" y="4887099"/>
                </a:lnTo>
                <a:lnTo>
                  <a:pt x="0" y="4887099"/>
                </a:lnTo>
                <a:lnTo>
                  <a:pt x="0" y="1215071"/>
                </a:lnTo>
                <a:lnTo>
                  <a:pt x="58534" y="1136806"/>
                </a:lnTo>
                <a:cubicBezTo>
                  <a:pt x="631580" y="442530"/>
                  <a:pt x="1498808" y="0"/>
                  <a:pt x="2469409" y="0"/>
                </a:cubicBez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2"/>
            <a:ext cx="5292000" cy="4606650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1651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FEF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5431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2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XX%</a:t>
            </a:r>
          </a:p>
          <a:p>
            <a:pPr lvl="1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145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5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73">
            <a:extLst>
              <a:ext uri="{FF2B5EF4-FFF2-40B4-BE49-F238E27FC236}">
                <a16:creationId xmlns:a16="http://schemas.microsoft.com/office/drawing/2014/main" id="{2B7F07CB-930B-BF0E-F372-607D66D65A4B}"/>
              </a:ext>
            </a:extLst>
          </p:cNvPr>
          <p:cNvSpPr>
            <a:spLocks/>
          </p:cNvSpPr>
          <p:nvPr userDrawn="1"/>
        </p:nvSpPr>
        <p:spPr>
          <a:xfrm>
            <a:off x="416459" y="6388879"/>
            <a:ext cx="1358020" cy="338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75E97-9E6B-2CD9-67E2-AECA926A1D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239490"/>
            <a:ext cx="11571707" cy="2618510"/>
          </a:xfrm>
          <a:custGeom>
            <a:avLst/>
            <a:gdLst>
              <a:gd name="connsiteX0" fmla="*/ 1129507 w 11571707"/>
              <a:gd name="connsiteY0" fmla="*/ 2397709 h 2618510"/>
              <a:gd name="connsiteX1" fmla="*/ 1124902 w 11571707"/>
              <a:gd name="connsiteY1" fmla="*/ 2402314 h 2618510"/>
              <a:gd name="connsiteX2" fmla="*/ 1129507 w 11571707"/>
              <a:gd name="connsiteY2" fmla="*/ 2406918 h 2618510"/>
              <a:gd name="connsiteX3" fmla="*/ 1134111 w 11571707"/>
              <a:gd name="connsiteY3" fmla="*/ 2402314 h 2618510"/>
              <a:gd name="connsiteX4" fmla="*/ 1129507 w 11571707"/>
              <a:gd name="connsiteY4" fmla="*/ 2397709 h 2618510"/>
              <a:gd name="connsiteX5" fmla="*/ 947777 w 11571707"/>
              <a:gd name="connsiteY5" fmla="*/ 2377142 h 2618510"/>
              <a:gd name="connsiteX6" fmla="*/ 952588 w 11571707"/>
              <a:gd name="connsiteY6" fmla="*/ 2377142 h 2618510"/>
              <a:gd name="connsiteX7" fmla="*/ 958523 w 11571707"/>
              <a:gd name="connsiteY7" fmla="*/ 2382872 h 2618510"/>
              <a:gd name="connsiteX8" fmla="*/ 952588 w 11571707"/>
              <a:gd name="connsiteY8" fmla="*/ 2388602 h 2618510"/>
              <a:gd name="connsiteX9" fmla="*/ 952588 w 11571707"/>
              <a:gd name="connsiteY9" fmla="*/ 2388500 h 2618510"/>
              <a:gd name="connsiteX10" fmla="*/ 947777 w 11571707"/>
              <a:gd name="connsiteY10" fmla="*/ 2388500 h 2618510"/>
              <a:gd name="connsiteX11" fmla="*/ 1166036 w 11571707"/>
              <a:gd name="connsiteY11" fmla="*/ 2376527 h 2618510"/>
              <a:gd name="connsiteX12" fmla="*/ 1174733 w 11571707"/>
              <a:gd name="connsiteY12" fmla="*/ 2388499 h 2618510"/>
              <a:gd name="connsiteX13" fmla="*/ 1166036 w 11571707"/>
              <a:gd name="connsiteY13" fmla="*/ 2400471 h 2618510"/>
              <a:gd name="connsiteX14" fmla="*/ 1157338 w 11571707"/>
              <a:gd name="connsiteY14" fmla="*/ 2388499 h 2618510"/>
              <a:gd name="connsiteX15" fmla="*/ 1166036 w 11571707"/>
              <a:gd name="connsiteY15" fmla="*/ 2376527 h 2618510"/>
              <a:gd name="connsiteX16" fmla="*/ 842895 w 11571707"/>
              <a:gd name="connsiteY16" fmla="*/ 2376527 h 2618510"/>
              <a:gd name="connsiteX17" fmla="*/ 851592 w 11571707"/>
              <a:gd name="connsiteY17" fmla="*/ 2388499 h 2618510"/>
              <a:gd name="connsiteX18" fmla="*/ 842895 w 11571707"/>
              <a:gd name="connsiteY18" fmla="*/ 2400471 h 2618510"/>
              <a:gd name="connsiteX19" fmla="*/ 834197 w 11571707"/>
              <a:gd name="connsiteY19" fmla="*/ 2388499 h 2618510"/>
              <a:gd name="connsiteX20" fmla="*/ 842895 w 11571707"/>
              <a:gd name="connsiteY20" fmla="*/ 2376527 h 2618510"/>
              <a:gd name="connsiteX21" fmla="*/ 1341115 w 11571707"/>
              <a:gd name="connsiteY21" fmla="*/ 2374686 h 2618510"/>
              <a:gd name="connsiteX22" fmla="*/ 1345720 w 11571707"/>
              <a:gd name="connsiteY22" fmla="*/ 2391774 h 2618510"/>
              <a:gd name="connsiteX23" fmla="*/ 1336510 w 11571707"/>
              <a:gd name="connsiteY23" fmla="*/ 2391774 h 2618510"/>
              <a:gd name="connsiteX24" fmla="*/ 1011219 w 11571707"/>
              <a:gd name="connsiteY24" fmla="*/ 2374686 h 2618510"/>
              <a:gd name="connsiteX25" fmla="*/ 1015824 w 11571707"/>
              <a:gd name="connsiteY25" fmla="*/ 2391774 h 2618510"/>
              <a:gd name="connsiteX26" fmla="*/ 1006614 w 11571707"/>
              <a:gd name="connsiteY26" fmla="*/ 2391774 h 2618510"/>
              <a:gd name="connsiteX27" fmla="*/ 1413662 w 11571707"/>
              <a:gd name="connsiteY27" fmla="*/ 2370593 h 2618510"/>
              <a:gd name="connsiteX28" fmla="*/ 1413662 w 11571707"/>
              <a:gd name="connsiteY28" fmla="*/ 2406611 h 2618510"/>
              <a:gd name="connsiteX29" fmla="*/ 1421643 w 11571707"/>
              <a:gd name="connsiteY29" fmla="*/ 2406611 h 2618510"/>
              <a:gd name="connsiteX30" fmla="*/ 1421643 w 11571707"/>
              <a:gd name="connsiteY30" fmla="*/ 2391160 h 2618510"/>
              <a:gd name="connsiteX31" fmla="*/ 1434434 w 11571707"/>
              <a:gd name="connsiteY31" fmla="*/ 2391160 h 2618510"/>
              <a:gd name="connsiteX32" fmla="*/ 1434434 w 11571707"/>
              <a:gd name="connsiteY32" fmla="*/ 2406611 h 2618510"/>
              <a:gd name="connsiteX33" fmla="*/ 1442415 w 11571707"/>
              <a:gd name="connsiteY33" fmla="*/ 2406611 h 2618510"/>
              <a:gd name="connsiteX34" fmla="*/ 1442415 w 11571707"/>
              <a:gd name="connsiteY34" fmla="*/ 2370593 h 2618510"/>
              <a:gd name="connsiteX35" fmla="*/ 1434434 w 11571707"/>
              <a:gd name="connsiteY35" fmla="*/ 2370593 h 2618510"/>
              <a:gd name="connsiteX36" fmla="*/ 1434434 w 11571707"/>
              <a:gd name="connsiteY36" fmla="*/ 2384612 h 2618510"/>
              <a:gd name="connsiteX37" fmla="*/ 1421643 w 11571707"/>
              <a:gd name="connsiteY37" fmla="*/ 2384612 h 2618510"/>
              <a:gd name="connsiteX38" fmla="*/ 1421643 w 11571707"/>
              <a:gd name="connsiteY38" fmla="*/ 2370593 h 2618510"/>
              <a:gd name="connsiteX39" fmla="*/ 1381635 w 11571707"/>
              <a:gd name="connsiteY39" fmla="*/ 2370593 h 2618510"/>
              <a:gd name="connsiteX40" fmla="*/ 1381635 w 11571707"/>
              <a:gd name="connsiteY40" fmla="*/ 2377142 h 2618510"/>
              <a:gd name="connsiteX41" fmla="*/ 1391663 w 11571707"/>
              <a:gd name="connsiteY41" fmla="*/ 2377142 h 2618510"/>
              <a:gd name="connsiteX42" fmla="*/ 1391663 w 11571707"/>
              <a:gd name="connsiteY42" fmla="*/ 2406611 h 2618510"/>
              <a:gd name="connsiteX43" fmla="*/ 1399644 w 11571707"/>
              <a:gd name="connsiteY43" fmla="*/ 2406611 h 2618510"/>
              <a:gd name="connsiteX44" fmla="*/ 1399644 w 11571707"/>
              <a:gd name="connsiteY44" fmla="*/ 2377142 h 2618510"/>
              <a:gd name="connsiteX45" fmla="*/ 1409672 w 11571707"/>
              <a:gd name="connsiteY45" fmla="*/ 2377142 h 2618510"/>
              <a:gd name="connsiteX46" fmla="*/ 1409672 w 11571707"/>
              <a:gd name="connsiteY46" fmla="*/ 2370593 h 2618510"/>
              <a:gd name="connsiteX47" fmla="*/ 1361886 w 11571707"/>
              <a:gd name="connsiteY47" fmla="*/ 2370593 h 2618510"/>
              <a:gd name="connsiteX48" fmla="*/ 1361886 w 11571707"/>
              <a:gd name="connsiteY48" fmla="*/ 2406611 h 2618510"/>
              <a:gd name="connsiteX49" fmla="*/ 1384193 w 11571707"/>
              <a:gd name="connsiteY49" fmla="*/ 2406611 h 2618510"/>
              <a:gd name="connsiteX50" fmla="*/ 1384193 w 11571707"/>
              <a:gd name="connsiteY50" fmla="*/ 2399960 h 2618510"/>
              <a:gd name="connsiteX51" fmla="*/ 1369867 w 11571707"/>
              <a:gd name="connsiteY51" fmla="*/ 2399960 h 2618510"/>
              <a:gd name="connsiteX52" fmla="*/ 1369867 w 11571707"/>
              <a:gd name="connsiteY52" fmla="*/ 2370593 h 2618510"/>
              <a:gd name="connsiteX53" fmla="*/ 1334976 w 11571707"/>
              <a:gd name="connsiteY53" fmla="*/ 2370593 h 2618510"/>
              <a:gd name="connsiteX54" fmla="*/ 1324436 w 11571707"/>
              <a:gd name="connsiteY54" fmla="*/ 2406611 h 2618510"/>
              <a:gd name="connsiteX55" fmla="*/ 1332622 w 11571707"/>
              <a:gd name="connsiteY55" fmla="*/ 2406611 h 2618510"/>
              <a:gd name="connsiteX56" fmla="*/ 1334873 w 11571707"/>
              <a:gd name="connsiteY56" fmla="*/ 2398221 h 2618510"/>
              <a:gd name="connsiteX57" fmla="*/ 1347459 w 11571707"/>
              <a:gd name="connsiteY57" fmla="*/ 2398221 h 2618510"/>
              <a:gd name="connsiteX58" fmla="*/ 1349710 w 11571707"/>
              <a:gd name="connsiteY58" fmla="*/ 2406611 h 2618510"/>
              <a:gd name="connsiteX59" fmla="*/ 1357896 w 11571707"/>
              <a:gd name="connsiteY59" fmla="*/ 2406611 h 2618510"/>
              <a:gd name="connsiteX60" fmla="*/ 1347357 w 11571707"/>
              <a:gd name="connsiteY60" fmla="*/ 2370593 h 2618510"/>
              <a:gd name="connsiteX61" fmla="*/ 1298547 w 11571707"/>
              <a:gd name="connsiteY61" fmla="*/ 2370593 h 2618510"/>
              <a:gd name="connsiteX62" fmla="*/ 1298547 w 11571707"/>
              <a:gd name="connsiteY62" fmla="*/ 2406611 h 2618510"/>
              <a:gd name="connsiteX63" fmla="*/ 1321775 w 11571707"/>
              <a:gd name="connsiteY63" fmla="*/ 2406611 h 2618510"/>
              <a:gd name="connsiteX64" fmla="*/ 1321775 w 11571707"/>
              <a:gd name="connsiteY64" fmla="*/ 2400063 h 2618510"/>
              <a:gd name="connsiteX65" fmla="*/ 1306528 w 11571707"/>
              <a:gd name="connsiteY65" fmla="*/ 2400063 h 2618510"/>
              <a:gd name="connsiteX66" fmla="*/ 1306528 w 11571707"/>
              <a:gd name="connsiteY66" fmla="*/ 2390751 h 2618510"/>
              <a:gd name="connsiteX67" fmla="*/ 1320240 w 11571707"/>
              <a:gd name="connsiteY67" fmla="*/ 2390751 h 2618510"/>
              <a:gd name="connsiteX68" fmla="*/ 1320240 w 11571707"/>
              <a:gd name="connsiteY68" fmla="*/ 2384509 h 2618510"/>
              <a:gd name="connsiteX69" fmla="*/ 1306528 w 11571707"/>
              <a:gd name="connsiteY69" fmla="*/ 2384509 h 2618510"/>
              <a:gd name="connsiteX70" fmla="*/ 1306528 w 11571707"/>
              <a:gd name="connsiteY70" fmla="*/ 2377142 h 2618510"/>
              <a:gd name="connsiteX71" fmla="*/ 1321468 w 11571707"/>
              <a:gd name="connsiteY71" fmla="*/ 2377142 h 2618510"/>
              <a:gd name="connsiteX72" fmla="*/ 1321468 w 11571707"/>
              <a:gd name="connsiteY72" fmla="*/ 2370593 h 2618510"/>
              <a:gd name="connsiteX73" fmla="*/ 1263961 w 11571707"/>
              <a:gd name="connsiteY73" fmla="*/ 2370593 h 2618510"/>
              <a:gd name="connsiteX74" fmla="*/ 1263961 w 11571707"/>
              <a:gd name="connsiteY74" fmla="*/ 2406611 h 2618510"/>
              <a:gd name="connsiteX75" fmla="*/ 1271942 w 11571707"/>
              <a:gd name="connsiteY75" fmla="*/ 2406611 h 2618510"/>
              <a:gd name="connsiteX76" fmla="*/ 1271942 w 11571707"/>
              <a:gd name="connsiteY76" fmla="*/ 2391160 h 2618510"/>
              <a:gd name="connsiteX77" fmla="*/ 1284733 w 11571707"/>
              <a:gd name="connsiteY77" fmla="*/ 2391160 h 2618510"/>
              <a:gd name="connsiteX78" fmla="*/ 1284733 w 11571707"/>
              <a:gd name="connsiteY78" fmla="*/ 2406611 h 2618510"/>
              <a:gd name="connsiteX79" fmla="*/ 1292714 w 11571707"/>
              <a:gd name="connsiteY79" fmla="*/ 2406611 h 2618510"/>
              <a:gd name="connsiteX80" fmla="*/ 1292714 w 11571707"/>
              <a:gd name="connsiteY80" fmla="*/ 2370593 h 2618510"/>
              <a:gd name="connsiteX81" fmla="*/ 1284733 w 11571707"/>
              <a:gd name="connsiteY81" fmla="*/ 2370593 h 2618510"/>
              <a:gd name="connsiteX82" fmla="*/ 1284733 w 11571707"/>
              <a:gd name="connsiteY82" fmla="*/ 2384612 h 2618510"/>
              <a:gd name="connsiteX83" fmla="*/ 1271942 w 11571707"/>
              <a:gd name="connsiteY83" fmla="*/ 2384612 h 2618510"/>
              <a:gd name="connsiteX84" fmla="*/ 1271942 w 11571707"/>
              <a:gd name="connsiteY84" fmla="*/ 2370593 h 2618510"/>
              <a:gd name="connsiteX85" fmla="*/ 1224362 w 11571707"/>
              <a:gd name="connsiteY85" fmla="*/ 2370593 h 2618510"/>
              <a:gd name="connsiteX86" fmla="*/ 1224362 w 11571707"/>
              <a:gd name="connsiteY86" fmla="*/ 2406611 h 2618510"/>
              <a:gd name="connsiteX87" fmla="*/ 1247590 w 11571707"/>
              <a:gd name="connsiteY87" fmla="*/ 2406611 h 2618510"/>
              <a:gd name="connsiteX88" fmla="*/ 1247590 w 11571707"/>
              <a:gd name="connsiteY88" fmla="*/ 2400063 h 2618510"/>
              <a:gd name="connsiteX89" fmla="*/ 1232343 w 11571707"/>
              <a:gd name="connsiteY89" fmla="*/ 2400063 h 2618510"/>
              <a:gd name="connsiteX90" fmla="*/ 1232343 w 11571707"/>
              <a:gd name="connsiteY90" fmla="*/ 2390751 h 2618510"/>
              <a:gd name="connsiteX91" fmla="*/ 1246055 w 11571707"/>
              <a:gd name="connsiteY91" fmla="*/ 2390751 h 2618510"/>
              <a:gd name="connsiteX92" fmla="*/ 1246055 w 11571707"/>
              <a:gd name="connsiteY92" fmla="*/ 2384509 h 2618510"/>
              <a:gd name="connsiteX93" fmla="*/ 1232343 w 11571707"/>
              <a:gd name="connsiteY93" fmla="*/ 2384509 h 2618510"/>
              <a:gd name="connsiteX94" fmla="*/ 1232343 w 11571707"/>
              <a:gd name="connsiteY94" fmla="*/ 2377142 h 2618510"/>
              <a:gd name="connsiteX95" fmla="*/ 1247181 w 11571707"/>
              <a:gd name="connsiteY95" fmla="*/ 2377142 h 2618510"/>
              <a:gd name="connsiteX96" fmla="*/ 1247181 w 11571707"/>
              <a:gd name="connsiteY96" fmla="*/ 2370593 h 2618510"/>
              <a:gd name="connsiteX97" fmla="*/ 1188138 w 11571707"/>
              <a:gd name="connsiteY97" fmla="*/ 2370593 h 2618510"/>
              <a:gd name="connsiteX98" fmla="*/ 1188138 w 11571707"/>
              <a:gd name="connsiteY98" fmla="*/ 2406611 h 2618510"/>
              <a:gd name="connsiteX99" fmla="*/ 1195198 w 11571707"/>
              <a:gd name="connsiteY99" fmla="*/ 2406611 h 2618510"/>
              <a:gd name="connsiteX100" fmla="*/ 1195198 w 11571707"/>
              <a:gd name="connsiteY100" fmla="*/ 2381542 h 2618510"/>
              <a:gd name="connsiteX101" fmla="*/ 1207989 w 11571707"/>
              <a:gd name="connsiteY101" fmla="*/ 2406611 h 2618510"/>
              <a:gd name="connsiteX102" fmla="*/ 1217403 w 11571707"/>
              <a:gd name="connsiteY102" fmla="*/ 2406611 h 2618510"/>
              <a:gd name="connsiteX103" fmla="*/ 1217403 w 11571707"/>
              <a:gd name="connsiteY103" fmla="*/ 2370593 h 2618510"/>
              <a:gd name="connsiteX104" fmla="*/ 1210240 w 11571707"/>
              <a:gd name="connsiteY104" fmla="*/ 2370593 h 2618510"/>
              <a:gd name="connsiteX105" fmla="*/ 1210240 w 11571707"/>
              <a:gd name="connsiteY105" fmla="*/ 2394537 h 2618510"/>
              <a:gd name="connsiteX106" fmla="*/ 1196938 w 11571707"/>
              <a:gd name="connsiteY106" fmla="*/ 2370593 h 2618510"/>
              <a:gd name="connsiteX107" fmla="*/ 1094000 w 11571707"/>
              <a:gd name="connsiteY107" fmla="*/ 2370593 h 2618510"/>
              <a:gd name="connsiteX108" fmla="*/ 1094000 w 11571707"/>
              <a:gd name="connsiteY108" fmla="*/ 2377142 h 2618510"/>
              <a:gd name="connsiteX109" fmla="*/ 1104028 w 11571707"/>
              <a:gd name="connsiteY109" fmla="*/ 2377142 h 2618510"/>
              <a:gd name="connsiteX110" fmla="*/ 1104028 w 11571707"/>
              <a:gd name="connsiteY110" fmla="*/ 2406611 h 2618510"/>
              <a:gd name="connsiteX111" fmla="*/ 1112009 w 11571707"/>
              <a:gd name="connsiteY111" fmla="*/ 2406611 h 2618510"/>
              <a:gd name="connsiteX112" fmla="*/ 1112009 w 11571707"/>
              <a:gd name="connsiteY112" fmla="*/ 2377142 h 2618510"/>
              <a:gd name="connsiteX113" fmla="*/ 1122139 w 11571707"/>
              <a:gd name="connsiteY113" fmla="*/ 2377142 h 2618510"/>
              <a:gd name="connsiteX114" fmla="*/ 1122139 w 11571707"/>
              <a:gd name="connsiteY114" fmla="*/ 2370593 h 2618510"/>
              <a:gd name="connsiteX115" fmla="*/ 1068317 w 11571707"/>
              <a:gd name="connsiteY115" fmla="*/ 2370593 h 2618510"/>
              <a:gd name="connsiteX116" fmla="*/ 1068317 w 11571707"/>
              <a:gd name="connsiteY116" fmla="*/ 2406611 h 2618510"/>
              <a:gd name="connsiteX117" fmla="*/ 1091545 w 11571707"/>
              <a:gd name="connsiteY117" fmla="*/ 2406611 h 2618510"/>
              <a:gd name="connsiteX118" fmla="*/ 1091545 w 11571707"/>
              <a:gd name="connsiteY118" fmla="*/ 2400063 h 2618510"/>
              <a:gd name="connsiteX119" fmla="*/ 1076298 w 11571707"/>
              <a:gd name="connsiteY119" fmla="*/ 2400063 h 2618510"/>
              <a:gd name="connsiteX120" fmla="*/ 1076298 w 11571707"/>
              <a:gd name="connsiteY120" fmla="*/ 2390751 h 2618510"/>
              <a:gd name="connsiteX121" fmla="*/ 1090010 w 11571707"/>
              <a:gd name="connsiteY121" fmla="*/ 2390751 h 2618510"/>
              <a:gd name="connsiteX122" fmla="*/ 1090010 w 11571707"/>
              <a:gd name="connsiteY122" fmla="*/ 2384509 h 2618510"/>
              <a:gd name="connsiteX123" fmla="*/ 1076298 w 11571707"/>
              <a:gd name="connsiteY123" fmla="*/ 2384509 h 2618510"/>
              <a:gd name="connsiteX124" fmla="*/ 1076298 w 11571707"/>
              <a:gd name="connsiteY124" fmla="*/ 2377142 h 2618510"/>
              <a:gd name="connsiteX125" fmla="*/ 1091136 w 11571707"/>
              <a:gd name="connsiteY125" fmla="*/ 2377142 h 2618510"/>
              <a:gd name="connsiteX126" fmla="*/ 1091136 w 11571707"/>
              <a:gd name="connsiteY126" fmla="*/ 2370593 h 2618510"/>
              <a:gd name="connsiteX127" fmla="*/ 1032093 w 11571707"/>
              <a:gd name="connsiteY127" fmla="*/ 2370593 h 2618510"/>
              <a:gd name="connsiteX128" fmla="*/ 1032093 w 11571707"/>
              <a:gd name="connsiteY128" fmla="*/ 2406611 h 2618510"/>
              <a:gd name="connsiteX129" fmla="*/ 1039153 w 11571707"/>
              <a:gd name="connsiteY129" fmla="*/ 2406611 h 2618510"/>
              <a:gd name="connsiteX130" fmla="*/ 1039153 w 11571707"/>
              <a:gd name="connsiteY130" fmla="*/ 2381542 h 2618510"/>
              <a:gd name="connsiteX131" fmla="*/ 1051944 w 11571707"/>
              <a:gd name="connsiteY131" fmla="*/ 2406611 h 2618510"/>
              <a:gd name="connsiteX132" fmla="*/ 1061358 w 11571707"/>
              <a:gd name="connsiteY132" fmla="*/ 2406611 h 2618510"/>
              <a:gd name="connsiteX133" fmla="*/ 1061358 w 11571707"/>
              <a:gd name="connsiteY133" fmla="*/ 2370593 h 2618510"/>
              <a:gd name="connsiteX134" fmla="*/ 1054195 w 11571707"/>
              <a:gd name="connsiteY134" fmla="*/ 2370593 h 2618510"/>
              <a:gd name="connsiteX135" fmla="*/ 1054195 w 11571707"/>
              <a:gd name="connsiteY135" fmla="*/ 2394537 h 2618510"/>
              <a:gd name="connsiteX136" fmla="*/ 1040893 w 11571707"/>
              <a:gd name="connsiteY136" fmla="*/ 2370593 h 2618510"/>
              <a:gd name="connsiteX137" fmla="*/ 1005079 w 11571707"/>
              <a:gd name="connsiteY137" fmla="*/ 2370593 h 2618510"/>
              <a:gd name="connsiteX138" fmla="*/ 994540 w 11571707"/>
              <a:gd name="connsiteY138" fmla="*/ 2406611 h 2618510"/>
              <a:gd name="connsiteX139" fmla="*/ 1002726 w 11571707"/>
              <a:gd name="connsiteY139" fmla="*/ 2406611 h 2618510"/>
              <a:gd name="connsiteX140" fmla="*/ 1004977 w 11571707"/>
              <a:gd name="connsiteY140" fmla="*/ 2398221 h 2618510"/>
              <a:gd name="connsiteX141" fmla="*/ 1017563 w 11571707"/>
              <a:gd name="connsiteY141" fmla="*/ 2398221 h 2618510"/>
              <a:gd name="connsiteX142" fmla="*/ 1019814 w 11571707"/>
              <a:gd name="connsiteY142" fmla="*/ 2406611 h 2618510"/>
              <a:gd name="connsiteX143" fmla="*/ 1028000 w 11571707"/>
              <a:gd name="connsiteY143" fmla="*/ 2406611 h 2618510"/>
              <a:gd name="connsiteX144" fmla="*/ 1017461 w 11571707"/>
              <a:gd name="connsiteY144" fmla="*/ 2370593 h 2618510"/>
              <a:gd name="connsiteX145" fmla="*/ 970698 w 11571707"/>
              <a:gd name="connsiteY145" fmla="*/ 2370593 h 2618510"/>
              <a:gd name="connsiteX146" fmla="*/ 970698 w 11571707"/>
              <a:gd name="connsiteY146" fmla="*/ 2406611 h 2618510"/>
              <a:gd name="connsiteX147" fmla="*/ 993005 w 11571707"/>
              <a:gd name="connsiteY147" fmla="*/ 2406611 h 2618510"/>
              <a:gd name="connsiteX148" fmla="*/ 993005 w 11571707"/>
              <a:gd name="connsiteY148" fmla="*/ 2399960 h 2618510"/>
              <a:gd name="connsiteX149" fmla="*/ 978679 w 11571707"/>
              <a:gd name="connsiteY149" fmla="*/ 2399960 h 2618510"/>
              <a:gd name="connsiteX150" fmla="*/ 978679 w 11571707"/>
              <a:gd name="connsiteY150" fmla="*/ 2370593 h 2618510"/>
              <a:gd name="connsiteX151" fmla="*/ 939797 w 11571707"/>
              <a:gd name="connsiteY151" fmla="*/ 2370593 h 2618510"/>
              <a:gd name="connsiteX152" fmla="*/ 939797 w 11571707"/>
              <a:gd name="connsiteY152" fmla="*/ 2406611 h 2618510"/>
              <a:gd name="connsiteX153" fmla="*/ 947777 w 11571707"/>
              <a:gd name="connsiteY153" fmla="*/ 2406611 h 2618510"/>
              <a:gd name="connsiteX154" fmla="*/ 947777 w 11571707"/>
              <a:gd name="connsiteY154" fmla="*/ 2395151 h 2618510"/>
              <a:gd name="connsiteX155" fmla="*/ 952178 w 11571707"/>
              <a:gd name="connsiteY155" fmla="*/ 2395151 h 2618510"/>
              <a:gd name="connsiteX156" fmla="*/ 966605 w 11571707"/>
              <a:gd name="connsiteY156" fmla="*/ 2382872 h 2618510"/>
              <a:gd name="connsiteX157" fmla="*/ 952178 w 11571707"/>
              <a:gd name="connsiteY157" fmla="*/ 2370593 h 2618510"/>
              <a:gd name="connsiteX158" fmla="*/ 900197 w 11571707"/>
              <a:gd name="connsiteY158" fmla="*/ 2370593 h 2618510"/>
              <a:gd name="connsiteX159" fmla="*/ 900197 w 11571707"/>
              <a:gd name="connsiteY159" fmla="*/ 2406611 h 2618510"/>
              <a:gd name="connsiteX160" fmla="*/ 923425 w 11571707"/>
              <a:gd name="connsiteY160" fmla="*/ 2406611 h 2618510"/>
              <a:gd name="connsiteX161" fmla="*/ 923425 w 11571707"/>
              <a:gd name="connsiteY161" fmla="*/ 2400063 h 2618510"/>
              <a:gd name="connsiteX162" fmla="*/ 908076 w 11571707"/>
              <a:gd name="connsiteY162" fmla="*/ 2400063 h 2618510"/>
              <a:gd name="connsiteX163" fmla="*/ 908076 w 11571707"/>
              <a:gd name="connsiteY163" fmla="*/ 2390751 h 2618510"/>
              <a:gd name="connsiteX164" fmla="*/ 921890 w 11571707"/>
              <a:gd name="connsiteY164" fmla="*/ 2390751 h 2618510"/>
              <a:gd name="connsiteX165" fmla="*/ 921890 w 11571707"/>
              <a:gd name="connsiteY165" fmla="*/ 2384509 h 2618510"/>
              <a:gd name="connsiteX166" fmla="*/ 908076 w 11571707"/>
              <a:gd name="connsiteY166" fmla="*/ 2384509 h 2618510"/>
              <a:gd name="connsiteX167" fmla="*/ 908076 w 11571707"/>
              <a:gd name="connsiteY167" fmla="*/ 2377142 h 2618510"/>
              <a:gd name="connsiteX168" fmla="*/ 923016 w 11571707"/>
              <a:gd name="connsiteY168" fmla="*/ 2377142 h 2618510"/>
              <a:gd name="connsiteX169" fmla="*/ 923016 w 11571707"/>
              <a:gd name="connsiteY169" fmla="*/ 2370593 h 2618510"/>
              <a:gd name="connsiteX170" fmla="*/ 863974 w 11571707"/>
              <a:gd name="connsiteY170" fmla="*/ 2370593 h 2618510"/>
              <a:gd name="connsiteX171" fmla="*/ 863974 w 11571707"/>
              <a:gd name="connsiteY171" fmla="*/ 2406611 h 2618510"/>
              <a:gd name="connsiteX172" fmla="*/ 871034 w 11571707"/>
              <a:gd name="connsiteY172" fmla="*/ 2406611 h 2618510"/>
              <a:gd name="connsiteX173" fmla="*/ 871034 w 11571707"/>
              <a:gd name="connsiteY173" fmla="*/ 2381542 h 2618510"/>
              <a:gd name="connsiteX174" fmla="*/ 883825 w 11571707"/>
              <a:gd name="connsiteY174" fmla="*/ 2406611 h 2618510"/>
              <a:gd name="connsiteX175" fmla="*/ 893239 w 11571707"/>
              <a:gd name="connsiteY175" fmla="*/ 2406611 h 2618510"/>
              <a:gd name="connsiteX176" fmla="*/ 893239 w 11571707"/>
              <a:gd name="connsiteY176" fmla="*/ 2370593 h 2618510"/>
              <a:gd name="connsiteX177" fmla="*/ 886076 w 11571707"/>
              <a:gd name="connsiteY177" fmla="*/ 2370593 h 2618510"/>
              <a:gd name="connsiteX178" fmla="*/ 886076 w 11571707"/>
              <a:gd name="connsiteY178" fmla="*/ 2394537 h 2618510"/>
              <a:gd name="connsiteX179" fmla="*/ 872774 w 11571707"/>
              <a:gd name="connsiteY179" fmla="*/ 2370593 h 2618510"/>
              <a:gd name="connsiteX180" fmla="*/ 1165933 w 11571707"/>
              <a:gd name="connsiteY180" fmla="*/ 2370081 h 2618510"/>
              <a:gd name="connsiteX181" fmla="*/ 1149152 w 11571707"/>
              <a:gd name="connsiteY181" fmla="*/ 2388602 h 2618510"/>
              <a:gd name="connsiteX182" fmla="*/ 1165933 w 11571707"/>
              <a:gd name="connsiteY182" fmla="*/ 2407123 h 2618510"/>
              <a:gd name="connsiteX183" fmla="*/ 1182715 w 11571707"/>
              <a:gd name="connsiteY183" fmla="*/ 2388602 h 2618510"/>
              <a:gd name="connsiteX184" fmla="*/ 1165933 w 11571707"/>
              <a:gd name="connsiteY184" fmla="*/ 2370081 h 2618510"/>
              <a:gd name="connsiteX185" fmla="*/ 842792 w 11571707"/>
              <a:gd name="connsiteY185" fmla="*/ 2370081 h 2618510"/>
              <a:gd name="connsiteX186" fmla="*/ 826011 w 11571707"/>
              <a:gd name="connsiteY186" fmla="*/ 2388602 h 2618510"/>
              <a:gd name="connsiteX187" fmla="*/ 842792 w 11571707"/>
              <a:gd name="connsiteY187" fmla="*/ 2407123 h 2618510"/>
              <a:gd name="connsiteX188" fmla="*/ 859574 w 11571707"/>
              <a:gd name="connsiteY188" fmla="*/ 2388602 h 2618510"/>
              <a:gd name="connsiteX189" fmla="*/ 842792 w 11571707"/>
              <a:gd name="connsiteY189" fmla="*/ 2370081 h 2618510"/>
              <a:gd name="connsiteX190" fmla="*/ 574803 w 11571707"/>
              <a:gd name="connsiteY190" fmla="*/ 2339793 h 2618510"/>
              <a:gd name="connsiteX191" fmla="*/ 614505 w 11571707"/>
              <a:gd name="connsiteY191" fmla="*/ 2401086 h 2618510"/>
              <a:gd name="connsiteX192" fmla="*/ 614607 w 11571707"/>
              <a:gd name="connsiteY192" fmla="*/ 2401188 h 2618510"/>
              <a:gd name="connsiteX193" fmla="*/ 620133 w 11571707"/>
              <a:gd name="connsiteY193" fmla="*/ 2389421 h 2618510"/>
              <a:gd name="connsiteX194" fmla="*/ 616142 w 11571707"/>
              <a:gd name="connsiteY194" fmla="*/ 2379495 h 2618510"/>
              <a:gd name="connsiteX195" fmla="*/ 614914 w 11571707"/>
              <a:gd name="connsiteY195" fmla="*/ 2383588 h 2618510"/>
              <a:gd name="connsiteX196" fmla="*/ 613584 w 11571707"/>
              <a:gd name="connsiteY196" fmla="*/ 2383691 h 2618510"/>
              <a:gd name="connsiteX197" fmla="*/ 575007 w 11571707"/>
              <a:gd name="connsiteY197" fmla="*/ 2340203 h 2618510"/>
              <a:gd name="connsiteX198" fmla="*/ 574803 w 11571707"/>
              <a:gd name="connsiteY198" fmla="*/ 2339793 h 2618510"/>
              <a:gd name="connsiteX199" fmla="*/ 688077 w 11571707"/>
              <a:gd name="connsiteY199" fmla="*/ 2299477 h 2618510"/>
              <a:gd name="connsiteX200" fmla="*/ 686849 w 11571707"/>
              <a:gd name="connsiteY200" fmla="*/ 2300501 h 2618510"/>
              <a:gd name="connsiteX201" fmla="*/ 685007 w 11571707"/>
              <a:gd name="connsiteY201" fmla="*/ 2301421 h 2618510"/>
              <a:gd name="connsiteX202" fmla="*/ 681323 w 11571707"/>
              <a:gd name="connsiteY202" fmla="*/ 2306538 h 2618510"/>
              <a:gd name="connsiteX203" fmla="*/ 679789 w 11571707"/>
              <a:gd name="connsiteY203" fmla="*/ 2311756 h 2618510"/>
              <a:gd name="connsiteX204" fmla="*/ 680709 w 11571707"/>
              <a:gd name="connsiteY204" fmla="*/ 2311961 h 2618510"/>
              <a:gd name="connsiteX205" fmla="*/ 684496 w 11571707"/>
              <a:gd name="connsiteY205" fmla="*/ 2311142 h 2618510"/>
              <a:gd name="connsiteX206" fmla="*/ 687872 w 11571707"/>
              <a:gd name="connsiteY206" fmla="*/ 2309710 h 2618510"/>
              <a:gd name="connsiteX207" fmla="*/ 690430 w 11571707"/>
              <a:gd name="connsiteY207" fmla="*/ 2308073 h 2618510"/>
              <a:gd name="connsiteX208" fmla="*/ 690328 w 11571707"/>
              <a:gd name="connsiteY208" fmla="*/ 2307561 h 2618510"/>
              <a:gd name="connsiteX209" fmla="*/ 689509 w 11571707"/>
              <a:gd name="connsiteY209" fmla="*/ 2307356 h 2618510"/>
              <a:gd name="connsiteX210" fmla="*/ 689100 w 11571707"/>
              <a:gd name="connsiteY210" fmla="*/ 2306947 h 2618510"/>
              <a:gd name="connsiteX211" fmla="*/ 688486 w 11571707"/>
              <a:gd name="connsiteY211" fmla="*/ 2304696 h 2618510"/>
              <a:gd name="connsiteX212" fmla="*/ 687156 w 11571707"/>
              <a:gd name="connsiteY212" fmla="*/ 2302956 h 2618510"/>
              <a:gd name="connsiteX213" fmla="*/ 687156 w 11571707"/>
              <a:gd name="connsiteY213" fmla="*/ 2302547 h 2618510"/>
              <a:gd name="connsiteX214" fmla="*/ 688282 w 11571707"/>
              <a:gd name="connsiteY214" fmla="*/ 2300194 h 2618510"/>
              <a:gd name="connsiteX215" fmla="*/ 688384 w 11571707"/>
              <a:gd name="connsiteY215" fmla="*/ 2299477 h 2618510"/>
              <a:gd name="connsiteX216" fmla="*/ 688077 w 11571707"/>
              <a:gd name="connsiteY216" fmla="*/ 2299477 h 2618510"/>
              <a:gd name="connsiteX217" fmla="*/ 685928 w 11571707"/>
              <a:gd name="connsiteY217" fmla="*/ 2290780 h 2618510"/>
              <a:gd name="connsiteX218" fmla="*/ 683472 w 11571707"/>
              <a:gd name="connsiteY218" fmla="*/ 2291701 h 2618510"/>
              <a:gd name="connsiteX219" fmla="*/ 676003 w 11571707"/>
              <a:gd name="connsiteY219" fmla="*/ 2298454 h 2618510"/>
              <a:gd name="connsiteX220" fmla="*/ 672728 w 11571707"/>
              <a:gd name="connsiteY220" fmla="*/ 2306128 h 2618510"/>
              <a:gd name="connsiteX221" fmla="*/ 672216 w 11571707"/>
              <a:gd name="connsiteY221" fmla="*/ 2310017 h 2618510"/>
              <a:gd name="connsiteX222" fmla="*/ 672830 w 11571707"/>
              <a:gd name="connsiteY222" fmla="*/ 2310119 h 2618510"/>
              <a:gd name="connsiteX223" fmla="*/ 673751 w 11571707"/>
              <a:gd name="connsiteY223" fmla="*/ 2308175 h 2618510"/>
              <a:gd name="connsiteX224" fmla="*/ 677435 w 11571707"/>
              <a:gd name="connsiteY224" fmla="*/ 2302035 h 2618510"/>
              <a:gd name="connsiteX225" fmla="*/ 684598 w 11571707"/>
              <a:gd name="connsiteY225" fmla="*/ 2295180 h 2618510"/>
              <a:gd name="connsiteX226" fmla="*/ 687872 w 11571707"/>
              <a:gd name="connsiteY226" fmla="*/ 2295384 h 2618510"/>
              <a:gd name="connsiteX227" fmla="*/ 688589 w 11571707"/>
              <a:gd name="connsiteY227" fmla="*/ 2295077 h 2618510"/>
              <a:gd name="connsiteX228" fmla="*/ 688486 w 11571707"/>
              <a:gd name="connsiteY228" fmla="*/ 2292928 h 2618510"/>
              <a:gd name="connsiteX229" fmla="*/ 685928 w 11571707"/>
              <a:gd name="connsiteY229" fmla="*/ 2290780 h 2618510"/>
              <a:gd name="connsiteX230" fmla="*/ 1312156 w 11571707"/>
              <a:gd name="connsiteY230" fmla="*/ 2278580 h 2618510"/>
              <a:gd name="connsiteX231" fmla="*/ 1312258 w 11571707"/>
              <a:gd name="connsiteY231" fmla="*/ 2278705 h 2618510"/>
              <a:gd name="connsiteX232" fmla="*/ 1312156 w 11571707"/>
              <a:gd name="connsiteY232" fmla="*/ 2278705 h 2618510"/>
              <a:gd name="connsiteX233" fmla="*/ 970593 w 11571707"/>
              <a:gd name="connsiteY233" fmla="*/ 2245244 h 2618510"/>
              <a:gd name="connsiteX234" fmla="*/ 990853 w 11571707"/>
              <a:gd name="connsiteY234" fmla="*/ 2290472 h 2618510"/>
              <a:gd name="connsiteX235" fmla="*/ 950435 w 11571707"/>
              <a:gd name="connsiteY235" fmla="*/ 2290472 h 2618510"/>
              <a:gd name="connsiteX236" fmla="*/ 970593 w 11571707"/>
              <a:gd name="connsiteY236" fmla="*/ 2245244 h 2618510"/>
              <a:gd name="connsiteX237" fmla="*/ 1181793 w 11571707"/>
              <a:gd name="connsiteY237" fmla="*/ 2243403 h 2618510"/>
              <a:gd name="connsiteX238" fmla="*/ 1214844 w 11571707"/>
              <a:gd name="connsiteY238" fmla="*/ 2279933 h 2618510"/>
              <a:gd name="connsiteX239" fmla="*/ 1181793 w 11571707"/>
              <a:gd name="connsiteY239" fmla="*/ 2316667 h 2618510"/>
              <a:gd name="connsiteX240" fmla="*/ 1148640 w 11571707"/>
              <a:gd name="connsiteY240" fmla="*/ 2279933 h 2618510"/>
              <a:gd name="connsiteX241" fmla="*/ 1181793 w 11571707"/>
              <a:gd name="connsiteY241" fmla="*/ 2243403 h 2618510"/>
              <a:gd name="connsiteX242" fmla="*/ 730542 w 11571707"/>
              <a:gd name="connsiteY242" fmla="*/ 2243301 h 2618510"/>
              <a:gd name="connsiteX243" fmla="*/ 743537 w 11571707"/>
              <a:gd name="connsiteY243" fmla="*/ 2251896 h 2618510"/>
              <a:gd name="connsiteX244" fmla="*/ 744458 w 11571707"/>
              <a:gd name="connsiteY244" fmla="*/ 2251794 h 2618510"/>
              <a:gd name="connsiteX245" fmla="*/ 750495 w 11571707"/>
              <a:gd name="connsiteY245" fmla="*/ 2244631 h 2618510"/>
              <a:gd name="connsiteX246" fmla="*/ 750905 w 11571707"/>
              <a:gd name="connsiteY246" fmla="*/ 2244733 h 2618510"/>
              <a:gd name="connsiteX247" fmla="*/ 751519 w 11571707"/>
              <a:gd name="connsiteY247" fmla="*/ 2258752 h 2618510"/>
              <a:gd name="connsiteX248" fmla="*/ 751826 w 11571707"/>
              <a:gd name="connsiteY248" fmla="*/ 2259468 h 2618510"/>
              <a:gd name="connsiteX249" fmla="*/ 762672 w 11571707"/>
              <a:gd name="connsiteY249" fmla="*/ 2273487 h 2618510"/>
              <a:gd name="connsiteX250" fmla="*/ 762467 w 11571707"/>
              <a:gd name="connsiteY250" fmla="*/ 2273896 h 2618510"/>
              <a:gd name="connsiteX251" fmla="*/ 749574 w 11571707"/>
              <a:gd name="connsiteY251" fmla="*/ 2270315 h 2618510"/>
              <a:gd name="connsiteX252" fmla="*/ 748960 w 11571707"/>
              <a:gd name="connsiteY252" fmla="*/ 2270724 h 2618510"/>
              <a:gd name="connsiteX253" fmla="*/ 742105 w 11571707"/>
              <a:gd name="connsiteY253" fmla="*/ 2286175 h 2618510"/>
              <a:gd name="connsiteX254" fmla="*/ 741900 w 11571707"/>
              <a:gd name="connsiteY254" fmla="*/ 2286277 h 2618510"/>
              <a:gd name="connsiteX255" fmla="*/ 741695 w 11571707"/>
              <a:gd name="connsiteY255" fmla="*/ 2286073 h 2618510"/>
              <a:gd name="connsiteX256" fmla="*/ 739137 w 11571707"/>
              <a:gd name="connsiteY256" fmla="*/ 2269189 h 2618510"/>
              <a:gd name="connsiteX257" fmla="*/ 738421 w 11571707"/>
              <a:gd name="connsiteY257" fmla="*/ 2268575 h 2618510"/>
              <a:gd name="connsiteX258" fmla="*/ 724300 w 11571707"/>
              <a:gd name="connsiteY258" fmla="*/ 2267859 h 2618510"/>
              <a:gd name="connsiteX259" fmla="*/ 724198 w 11571707"/>
              <a:gd name="connsiteY259" fmla="*/ 2267450 h 2618510"/>
              <a:gd name="connsiteX260" fmla="*/ 736272 w 11571707"/>
              <a:gd name="connsiteY260" fmla="*/ 2259161 h 2618510"/>
              <a:gd name="connsiteX261" fmla="*/ 736477 w 11571707"/>
              <a:gd name="connsiteY261" fmla="*/ 2258445 h 2618510"/>
              <a:gd name="connsiteX262" fmla="*/ 730235 w 11571707"/>
              <a:gd name="connsiteY262" fmla="*/ 2243608 h 2618510"/>
              <a:gd name="connsiteX263" fmla="*/ 730542 w 11571707"/>
              <a:gd name="connsiteY263" fmla="*/ 2243301 h 2618510"/>
              <a:gd name="connsiteX264" fmla="*/ 860083 w 11571707"/>
              <a:gd name="connsiteY264" fmla="*/ 2243198 h 2618510"/>
              <a:gd name="connsiteX265" fmla="*/ 900297 w 11571707"/>
              <a:gd name="connsiteY265" fmla="*/ 2280035 h 2618510"/>
              <a:gd name="connsiteX266" fmla="*/ 858036 w 11571707"/>
              <a:gd name="connsiteY266" fmla="*/ 2317281 h 2618510"/>
              <a:gd name="connsiteX267" fmla="*/ 851181 w 11571707"/>
              <a:gd name="connsiteY267" fmla="*/ 2316872 h 2618510"/>
              <a:gd name="connsiteX268" fmla="*/ 851181 w 11571707"/>
              <a:gd name="connsiteY268" fmla="*/ 2243505 h 2618510"/>
              <a:gd name="connsiteX269" fmla="*/ 860083 w 11571707"/>
              <a:gd name="connsiteY269" fmla="*/ 2243198 h 2618510"/>
              <a:gd name="connsiteX270" fmla="*/ 1393709 w 11571707"/>
              <a:gd name="connsiteY270" fmla="*/ 2242891 h 2618510"/>
              <a:gd name="connsiteX271" fmla="*/ 1411719 w 11571707"/>
              <a:gd name="connsiteY271" fmla="*/ 2249644 h 2618510"/>
              <a:gd name="connsiteX272" fmla="*/ 1420006 w 11571707"/>
              <a:gd name="connsiteY272" fmla="*/ 2267858 h 2618510"/>
              <a:gd name="connsiteX273" fmla="*/ 1420109 w 11571707"/>
              <a:gd name="connsiteY273" fmla="*/ 2270314 h 2618510"/>
              <a:gd name="connsiteX274" fmla="*/ 1417551 w 11571707"/>
              <a:gd name="connsiteY274" fmla="*/ 2270314 h 2618510"/>
              <a:gd name="connsiteX275" fmla="*/ 1368537 w 11571707"/>
              <a:gd name="connsiteY275" fmla="*/ 2270314 h 2618510"/>
              <a:gd name="connsiteX276" fmla="*/ 1365467 w 11571707"/>
              <a:gd name="connsiteY276" fmla="*/ 2270314 h 2618510"/>
              <a:gd name="connsiteX277" fmla="*/ 1366080 w 11571707"/>
              <a:gd name="connsiteY277" fmla="*/ 2267653 h 2618510"/>
              <a:gd name="connsiteX278" fmla="*/ 1393709 w 11571707"/>
              <a:gd name="connsiteY278" fmla="*/ 2242891 h 2618510"/>
              <a:gd name="connsiteX279" fmla="*/ 1242370 w 11571707"/>
              <a:gd name="connsiteY279" fmla="*/ 2225905 h 2618510"/>
              <a:gd name="connsiteX280" fmla="*/ 1242370 w 11571707"/>
              <a:gd name="connsiteY280" fmla="*/ 2334267 h 2618510"/>
              <a:gd name="connsiteX281" fmla="*/ 1265905 w 11571707"/>
              <a:gd name="connsiteY281" fmla="*/ 2334267 h 2618510"/>
              <a:gd name="connsiteX282" fmla="*/ 1265905 w 11571707"/>
              <a:gd name="connsiteY282" fmla="*/ 2260082 h 2618510"/>
              <a:gd name="connsiteX283" fmla="*/ 1314509 w 11571707"/>
              <a:gd name="connsiteY283" fmla="*/ 2334267 h 2618510"/>
              <a:gd name="connsiteX284" fmla="*/ 1314816 w 11571707"/>
              <a:gd name="connsiteY284" fmla="*/ 2334267 h 2618510"/>
              <a:gd name="connsiteX285" fmla="*/ 1335691 w 11571707"/>
              <a:gd name="connsiteY285" fmla="*/ 2334267 h 2618510"/>
              <a:gd name="connsiteX286" fmla="*/ 1335691 w 11571707"/>
              <a:gd name="connsiteY286" fmla="*/ 2225905 h 2618510"/>
              <a:gd name="connsiteX287" fmla="*/ 1312156 w 11571707"/>
              <a:gd name="connsiteY287" fmla="*/ 2225905 h 2618510"/>
              <a:gd name="connsiteX288" fmla="*/ 1312156 w 11571707"/>
              <a:gd name="connsiteY288" fmla="*/ 2278580 h 2618510"/>
              <a:gd name="connsiteX289" fmla="*/ 1287905 w 11571707"/>
              <a:gd name="connsiteY289" fmla="*/ 2248723 h 2618510"/>
              <a:gd name="connsiteX290" fmla="*/ 1262119 w 11571707"/>
              <a:gd name="connsiteY290" fmla="*/ 2225905 h 2618510"/>
              <a:gd name="connsiteX291" fmla="*/ 1027895 w 11571707"/>
              <a:gd name="connsiteY291" fmla="*/ 2225905 h 2618510"/>
              <a:gd name="connsiteX292" fmla="*/ 1027895 w 11571707"/>
              <a:gd name="connsiteY292" fmla="*/ 2334267 h 2618510"/>
              <a:gd name="connsiteX293" fmla="*/ 1051430 w 11571707"/>
              <a:gd name="connsiteY293" fmla="*/ 2334267 h 2618510"/>
              <a:gd name="connsiteX294" fmla="*/ 1051430 w 11571707"/>
              <a:gd name="connsiteY294" fmla="*/ 2260082 h 2618510"/>
              <a:gd name="connsiteX295" fmla="*/ 1100137 w 11571707"/>
              <a:gd name="connsiteY295" fmla="*/ 2334267 h 2618510"/>
              <a:gd name="connsiteX296" fmla="*/ 1100239 w 11571707"/>
              <a:gd name="connsiteY296" fmla="*/ 2334267 h 2618510"/>
              <a:gd name="connsiteX297" fmla="*/ 1121011 w 11571707"/>
              <a:gd name="connsiteY297" fmla="*/ 2334267 h 2618510"/>
              <a:gd name="connsiteX298" fmla="*/ 1121011 w 11571707"/>
              <a:gd name="connsiteY298" fmla="*/ 2225905 h 2618510"/>
              <a:gd name="connsiteX299" fmla="*/ 1097681 w 11571707"/>
              <a:gd name="connsiteY299" fmla="*/ 2225905 h 2618510"/>
              <a:gd name="connsiteX300" fmla="*/ 1097681 w 11571707"/>
              <a:gd name="connsiteY300" fmla="*/ 2278705 h 2618510"/>
              <a:gd name="connsiteX301" fmla="*/ 1073430 w 11571707"/>
              <a:gd name="connsiteY301" fmla="*/ 2248723 h 2618510"/>
              <a:gd name="connsiteX302" fmla="*/ 1047541 w 11571707"/>
              <a:gd name="connsiteY302" fmla="*/ 2225905 h 2618510"/>
              <a:gd name="connsiteX303" fmla="*/ 959848 w 11571707"/>
              <a:gd name="connsiteY303" fmla="*/ 2225905 h 2618510"/>
              <a:gd name="connsiteX304" fmla="*/ 918816 w 11571707"/>
              <a:gd name="connsiteY304" fmla="*/ 2334267 h 2618510"/>
              <a:gd name="connsiteX305" fmla="*/ 942453 w 11571707"/>
              <a:gd name="connsiteY305" fmla="*/ 2334267 h 2618510"/>
              <a:gd name="connsiteX306" fmla="*/ 945523 w 11571707"/>
              <a:gd name="connsiteY306" fmla="*/ 2310528 h 2618510"/>
              <a:gd name="connsiteX307" fmla="*/ 995560 w 11571707"/>
              <a:gd name="connsiteY307" fmla="*/ 2310528 h 2618510"/>
              <a:gd name="connsiteX308" fmla="*/ 998732 w 11571707"/>
              <a:gd name="connsiteY308" fmla="*/ 2334267 h 2618510"/>
              <a:gd name="connsiteX309" fmla="*/ 1023290 w 11571707"/>
              <a:gd name="connsiteY309" fmla="*/ 2334267 h 2618510"/>
              <a:gd name="connsiteX310" fmla="*/ 982565 w 11571707"/>
              <a:gd name="connsiteY310" fmla="*/ 2225905 h 2618510"/>
              <a:gd name="connsiteX311" fmla="*/ 1393300 w 11571707"/>
              <a:gd name="connsiteY311" fmla="*/ 2222528 h 2618510"/>
              <a:gd name="connsiteX312" fmla="*/ 1358304 w 11571707"/>
              <a:gd name="connsiteY312" fmla="*/ 2236547 h 2618510"/>
              <a:gd name="connsiteX313" fmla="*/ 1341933 w 11571707"/>
              <a:gd name="connsiteY313" fmla="*/ 2279932 h 2618510"/>
              <a:gd name="connsiteX314" fmla="*/ 1357178 w 11571707"/>
              <a:gd name="connsiteY314" fmla="*/ 2325262 h 2618510"/>
              <a:gd name="connsiteX315" fmla="*/ 1394733 w 11571707"/>
              <a:gd name="connsiteY315" fmla="*/ 2338462 h 2618510"/>
              <a:gd name="connsiteX316" fmla="*/ 1440063 w 11571707"/>
              <a:gd name="connsiteY316" fmla="*/ 2313597 h 2618510"/>
              <a:gd name="connsiteX317" fmla="*/ 1417653 w 11571707"/>
              <a:gd name="connsiteY317" fmla="*/ 2308379 h 2618510"/>
              <a:gd name="connsiteX318" fmla="*/ 1393198 w 11571707"/>
              <a:gd name="connsiteY318" fmla="*/ 2317179 h 2618510"/>
              <a:gd name="connsiteX319" fmla="*/ 1365365 w 11571707"/>
              <a:gd name="connsiteY319" fmla="*/ 2288732 h 2618510"/>
              <a:gd name="connsiteX320" fmla="*/ 1441392 w 11571707"/>
              <a:gd name="connsiteY320" fmla="*/ 2288732 h 2618510"/>
              <a:gd name="connsiteX321" fmla="*/ 1442416 w 11571707"/>
              <a:gd name="connsiteY321" fmla="*/ 2276146 h 2618510"/>
              <a:gd name="connsiteX322" fmla="*/ 1431262 w 11571707"/>
              <a:gd name="connsiteY322" fmla="*/ 2239105 h 2618510"/>
              <a:gd name="connsiteX323" fmla="*/ 1393300 w 11571707"/>
              <a:gd name="connsiteY323" fmla="*/ 2222528 h 2618510"/>
              <a:gd name="connsiteX324" fmla="*/ 858241 w 11571707"/>
              <a:gd name="connsiteY324" fmla="*/ 2222528 h 2618510"/>
              <a:gd name="connsiteX325" fmla="*/ 826111 w 11571707"/>
              <a:gd name="connsiteY325" fmla="*/ 2225086 h 2618510"/>
              <a:gd name="connsiteX326" fmla="*/ 828055 w 11571707"/>
              <a:gd name="connsiteY326" fmla="*/ 2280035 h 2618510"/>
              <a:gd name="connsiteX327" fmla="*/ 826725 w 11571707"/>
              <a:gd name="connsiteY327" fmla="*/ 2335392 h 2618510"/>
              <a:gd name="connsiteX328" fmla="*/ 854455 w 11571707"/>
              <a:gd name="connsiteY328" fmla="*/ 2338155 h 2618510"/>
              <a:gd name="connsiteX329" fmla="*/ 922911 w 11571707"/>
              <a:gd name="connsiteY329" fmla="*/ 2278295 h 2618510"/>
              <a:gd name="connsiteX330" fmla="*/ 858241 w 11571707"/>
              <a:gd name="connsiteY330" fmla="*/ 2222528 h 2618510"/>
              <a:gd name="connsiteX331" fmla="*/ 1181793 w 11571707"/>
              <a:gd name="connsiteY331" fmla="*/ 2222119 h 2618510"/>
              <a:gd name="connsiteX332" fmla="*/ 1126947 w 11571707"/>
              <a:gd name="connsiteY332" fmla="*/ 2279933 h 2618510"/>
              <a:gd name="connsiteX333" fmla="*/ 1181793 w 11571707"/>
              <a:gd name="connsiteY333" fmla="*/ 2338155 h 2618510"/>
              <a:gd name="connsiteX334" fmla="*/ 1236640 w 11571707"/>
              <a:gd name="connsiteY334" fmla="*/ 2279933 h 2618510"/>
              <a:gd name="connsiteX335" fmla="*/ 1181793 w 11571707"/>
              <a:gd name="connsiteY335" fmla="*/ 2222119 h 2618510"/>
              <a:gd name="connsiteX336" fmla="*/ 680914 w 11571707"/>
              <a:gd name="connsiteY336" fmla="*/ 2205850 h 2618510"/>
              <a:gd name="connsiteX337" fmla="*/ 572347 w 11571707"/>
              <a:gd name="connsiteY337" fmla="*/ 2307459 h 2618510"/>
              <a:gd name="connsiteX338" fmla="*/ 579919 w 11571707"/>
              <a:gd name="connsiteY338" fmla="*/ 2298352 h 2618510"/>
              <a:gd name="connsiteX339" fmla="*/ 581249 w 11571707"/>
              <a:gd name="connsiteY339" fmla="*/ 2296715 h 2618510"/>
              <a:gd name="connsiteX340" fmla="*/ 601407 w 11571707"/>
              <a:gd name="connsiteY340" fmla="*/ 2264789 h 2618510"/>
              <a:gd name="connsiteX341" fmla="*/ 639472 w 11571707"/>
              <a:gd name="connsiteY341" fmla="*/ 2250464 h 2618510"/>
              <a:gd name="connsiteX342" fmla="*/ 638961 w 11571707"/>
              <a:gd name="connsiteY342" fmla="*/ 2253226 h 2618510"/>
              <a:gd name="connsiteX343" fmla="*/ 635277 w 11571707"/>
              <a:gd name="connsiteY343" fmla="*/ 2257524 h 2618510"/>
              <a:gd name="connsiteX344" fmla="*/ 636096 w 11571707"/>
              <a:gd name="connsiteY344" fmla="*/ 2258343 h 2618510"/>
              <a:gd name="connsiteX345" fmla="*/ 644896 w 11571707"/>
              <a:gd name="connsiteY345" fmla="*/ 2256194 h 2618510"/>
              <a:gd name="connsiteX346" fmla="*/ 654719 w 11571707"/>
              <a:gd name="connsiteY346" fmla="*/ 2255580 h 2618510"/>
              <a:gd name="connsiteX347" fmla="*/ 657686 w 11571707"/>
              <a:gd name="connsiteY347" fmla="*/ 2256808 h 2618510"/>
              <a:gd name="connsiteX348" fmla="*/ 655537 w 11571707"/>
              <a:gd name="connsiteY348" fmla="*/ 2258547 h 2618510"/>
              <a:gd name="connsiteX349" fmla="*/ 653798 w 11571707"/>
              <a:gd name="connsiteY349" fmla="*/ 2260185 h 2618510"/>
              <a:gd name="connsiteX350" fmla="*/ 653696 w 11571707"/>
              <a:gd name="connsiteY350" fmla="*/ 2260798 h 2618510"/>
              <a:gd name="connsiteX351" fmla="*/ 654821 w 11571707"/>
              <a:gd name="connsiteY351" fmla="*/ 2260696 h 2618510"/>
              <a:gd name="connsiteX352" fmla="*/ 669658 w 11571707"/>
              <a:gd name="connsiteY352" fmla="*/ 2262129 h 2618510"/>
              <a:gd name="connsiteX353" fmla="*/ 684700 w 11571707"/>
              <a:gd name="connsiteY353" fmla="*/ 2270110 h 2618510"/>
              <a:gd name="connsiteX354" fmla="*/ 687156 w 11571707"/>
              <a:gd name="connsiteY354" fmla="*/ 2272975 h 2618510"/>
              <a:gd name="connsiteX355" fmla="*/ 685826 w 11571707"/>
              <a:gd name="connsiteY355" fmla="*/ 2274305 h 2618510"/>
              <a:gd name="connsiteX356" fmla="*/ 682756 w 11571707"/>
              <a:gd name="connsiteY356" fmla="*/ 2274919 h 2618510"/>
              <a:gd name="connsiteX357" fmla="*/ 683063 w 11571707"/>
              <a:gd name="connsiteY357" fmla="*/ 2275840 h 2618510"/>
              <a:gd name="connsiteX358" fmla="*/ 692272 w 11571707"/>
              <a:gd name="connsiteY358" fmla="*/ 2293542 h 2618510"/>
              <a:gd name="connsiteX359" fmla="*/ 703528 w 11571707"/>
              <a:gd name="connsiteY359" fmla="*/ 2308891 h 2618510"/>
              <a:gd name="connsiteX360" fmla="*/ 714886 w 11571707"/>
              <a:gd name="connsiteY360" fmla="*/ 2312166 h 2618510"/>
              <a:gd name="connsiteX361" fmla="*/ 714886 w 11571707"/>
              <a:gd name="connsiteY361" fmla="*/ 2318612 h 2618510"/>
              <a:gd name="connsiteX362" fmla="*/ 713556 w 11571707"/>
              <a:gd name="connsiteY362" fmla="*/ 2324240 h 2618510"/>
              <a:gd name="connsiteX363" fmla="*/ 717547 w 11571707"/>
              <a:gd name="connsiteY363" fmla="*/ 2327617 h 2618510"/>
              <a:gd name="connsiteX364" fmla="*/ 718468 w 11571707"/>
              <a:gd name="connsiteY364" fmla="*/ 2330277 h 2618510"/>
              <a:gd name="connsiteX365" fmla="*/ 716626 w 11571707"/>
              <a:gd name="connsiteY365" fmla="*/ 2332733 h 2618510"/>
              <a:gd name="connsiteX366" fmla="*/ 710691 w 11571707"/>
              <a:gd name="connsiteY366" fmla="*/ 2336928 h 2618510"/>
              <a:gd name="connsiteX367" fmla="*/ 710384 w 11571707"/>
              <a:gd name="connsiteY367" fmla="*/ 2337644 h 2618510"/>
              <a:gd name="connsiteX368" fmla="*/ 711919 w 11571707"/>
              <a:gd name="connsiteY368" fmla="*/ 2337644 h 2618510"/>
              <a:gd name="connsiteX369" fmla="*/ 714579 w 11571707"/>
              <a:gd name="connsiteY369" fmla="*/ 2337440 h 2618510"/>
              <a:gd name="connsiteX370" fmla="*/ 718161 w 11571707"/>
              <a:gd name="connsiteY370" fmla="*/ 2339282 h 2618510"/>
              <a:gd name="connsiteX371" fmla="*/ 718468 w 11571707"/>
              <a:gd name="connsiteY371" fmla="*/ 2342556 h 2618510"/>
              <a:gd name="connsiteX372" fmla="*/ 719388 w 11571707"/>
              <a:gd name="connsiteY372" fmla="*/ 2351151 h 2618510"/>
              <a:gd name="connsiteX373" fmla="*/ 712737 w 11571707"/>
              <a:gd name="connsiteY373" fmla="*/ 2366500 h 2618510"/>
              <a:gd name="connsiteX374" fmla="*/ 687668 w 11571707"/>
              <a:gd name="connsiteY374" fmla="*/ 2386044 h 2618510"/>
              <a:gd name="connsiteX375" fmla="*/ 686951 w 11571707"/>
              <a:gd name="connsiteY375" fmla="*/ 2407942 h 2618510"/>
              <a:gd name="connsiteX376" fmla="*/ 710384 w 11571707"/>
              <a:gd name="connsiteY376" fmla="*/ 2415514 h 2618510"/>
              <a:gd name="connsiteX377" fmla="*/ 714886 w 11571707"/>
              <a:gd name="connsiteY377" fmla="*/ 2418174 h 2618510"/>
              <a:gd name="connsiteX378" fmla="*/ 789788 w 11571707"/>
              <a:gd name="connsiteY378" fmla="*/ 2314724 h 2618510"/>
              <a:gd name="connsiteX379" fmla="*/ 680914 w 11571707"/>
              <a:gd name="connsiteY379" fmla="*/ 2205850 h 2618510"/>
              <a:gd name="connsiteX380" fmla="*/ 0 w 11571707"/>
              <a:gd name="connsiteY380" fmla="*/ 0 h 2618510"/>
              <a:gd name="connsiteX381" fmla="*/ 11571707 w 11571707"/>
              <a:gd name="connsiteY381" fmla="*/ 0 h 2618510"/>
              <a:gd name="connsiteX382" fmla="*/ 11571707 w 11571707"/>
              <a:gd name="connsiteY382" fmla="*/ 2618510 h 2618510"/>
              <a:gd name="connsiteX383" fmla="*/ 0 w 11571707"/>
              <a:gd name="connsiteY383" fmla="*/ 2618510 h 261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2618510">
                <a:moveTo>
                  <a:pt x="1129507" y="2397709"/>
                </a:moveTo>
                <a:cubicBezTo>
                  <a:pt x="1126744" y="2397709"/>
                  <a:pt x="1124902" y="2399653"/>
                  <a:pt x="1124902" y="2402314"/>
                </a:cubicBezTo>
                <a:cubicBezTo>
                  <a:pt x="1124902" y="2404974"/>
                  <a:pt x="1126744" y="2406918"/>
                  <a:pt x="1129507" y="2406918"/>
                </a:cubicBezTo>
                <a:cubicBezTo>
                  <a:pt x="1132269" y="2406918"/>
                  <a:pt x="1134111" y="2404974"/>
                  <a:pt x="1134111" y="2402314"/>
                </a:cubicBezTo>
                <a:cubicBezTo>
                  <a:pt x="1134111" y="2399653"/>
                  <a:pt x="1132269" y="2397709"/>
                  <a:pt x="1129507" y="2397709"/>
                </a:cubicBezTo>
                <a:close/>
                <a:moveTo>
                  <a:pt x="947777" y="2377142"/>
                </a:moveTo>
                <a:lnTo>
                  <a:pt x="952588" y="2377142"/>
                </a:lnTo>
                <a:cubicBezTo>
                  <a:pt x="956168" y="2377142"/>
                  <a:pt x="958523" y="2379291"/>
                  <a:pt x="958523" y="2382872"/>
                </a:cubicBezTo>
                <a:cubicBezTo>
                  <a:pt x="958523" y="2386351"/>
                  <a:pt x="956168" y="2388602"/>
                  <a:pt x="952588" y="2388602"/>
                </a:cubicBezTo>
                <a:lnTo>
                  <a:pt x="952588" y="2388500"/>
                </a:lnTo>
                <a:lnTo>
                  <a:pt x="947777" y="2388500"/>
                </a:lnTo>
                <a:close/>
                <a:moveTo>
                  <a:pt x="1166036" y="2376527"/>
                </a:moveTo>
                <a:cubicBezTo>
                  <a:pt x="1171357" y="2376527"/>
                  <a:pt x="1174733" y="2381234"/>
                  <a:pt x="1174733" y="2388499"/>
                </a:cubicBezTo>
                <a:cubicBezTo>
                  <a:pt x="1174733" y="2395765"/>
                  <a:pt x="1171357" y="2400471"/>
                  <a:pt x="1166036" y="2400471"/>
                </a:cubicBezTo>
                <a:cubicBezTo>
                  <a:pt x="1160612" y="2400471"/>
                  <a:pt x="1157236" y="2395867"/>
                  <a:pt x="1157338" y="2388499"/>
                </a:cubicBezTo>
                <a:cubicBezTo>
                  <a:pt x="1157338" y="2381132"/>
                  <a:pt x="1160715" y="2376527"/>
                  <a:pt x="1166036" y="2376527"/>
                </a:cubicBezTo>
                <a:close/>
                <a:moveTo>
                  <a:pt x="842895" y="2376527"/>
                </a:moveTo>
                <a:cubicBezTo>
                  <a:pt x="848216" y="2376527"/>
                  <a:pt x="851592" y="2381234"/>
                  <a:pt x="851592" y="2388499"/>
                </a:cubicBezTo>
                <a:cubicBezTo>
                  <a:pt x="851592" y="2395765"/>
                  <a:pt x="848216" y="2400471"/>
                  <a:pt x="842895" y="2400471"/>
                </a:cubicBezTo>
                <a:cubicBezTo>
                  <a:pt x="837471" y="2400471"/>
                  <a:pt x="834095" y="2395867"/>
                  <a:pt x="834197" y="2388499"/>
                </a:cubicBezTo>
                <a:cubicBezTo>
                  <a:pt x="834197" y="2381132"/>
                  <a:pt x="837574" y="2376527"/>
                  <a:pt x="842895" y="2376527"/>
                </a:cubicBezTo>
                <a:close/>
                <a:moveTo>
                  <a:pt x="1341115" y="2374686"/>
                </a:moveTo>
                <a:lnTo>
                  <a:pt x="1345720" y="2391774"/>
                </a:lnTo>
                <a:lnTo>
                  <a:pt x="1336510" y="2391774"/>
                </a:lnTo>
                <a:close/>
                <a:moveTo>
                  <a:pt x="1011219" y="2374686"/>
                </a:moveTo>
                <a:lnTo>
                  <a:pt x="1015824" y="2391774"/>
                </a:lnTo>
                <a:lnTo>
                  <a:pt x="1006614" y="2391774"/>
                </a:lnTo>
                <a:close/>
                <a:moveTo>
                  <a:pt x="1413662" y="2370593"/>
                </a:moveTo>
                <a:lnTo>
                  <a:pt x="1413662" y="2406611"/>
                </a:lnTo>
                <a:lnTo>
                  <a:pt x="1421643" y="2406611"/>
                </a:lnTo>
                <a:lnTo>
                  <a:pt x="1421643" y="2391160"/>
                </a:lnTo>
                <a:lnTo>
                  <a:pt x="1434434" y="2391160"/>
                </a:lnTo>
                <a:lnTo>
                  <a:pt x="1434434" y="2406611"/>
                </a:lnTo>
                <a:lnTo>
                  <a:pt x="1442415" y="2406611"/>
                </a:lnTo>
                <a:lnTo>
                  <a:pt x="1442415" y="2370593"/>
                </a:lnTo>
                <a:lnTo>
                  <a:pt x="1434434" y="2370593"/>
                </a:lnTo>
                <a:lnTo>
                  <a:pt x="1434434" y="2384612"/>
                </a:lnTo>
                <a:lnTo>
                  <a:pt x="1421643" y="2384612"/>
                </a:lnTo>
                <a:lnTo>
                  <a:pt x="1421643" y="2370593"/>
                </a:lnTo>
                <a:close/>
                <a:moveTo>
                  <a:pt x="1381635" y="2370593"/>
                </a:moveTo>
                <a:lnTo>
                  <a:pt x="1381635" y="2377142"/>
                </a:lnTo>
                <a:lnTo>
                  <a:pt x="1391663" y="2377142"/>
                </a:lnTo>
                <a:lnTo>
                  <a:pt x="1391663" y="2406611"/>
                </a:lnTo>
                <a:lnTo>
                  <a:pt x="1399644" y="2406611"/>
                </a:lnTo>
                <a:lnTo>
                  <a:pt x="1399644" y="2377142"/>
                </a:lnTo>
                <a:lnTo>
                  <a:pt x="1409672" y="2377142"/>
                </a:lnTo>
                <a:lnTo>
                  <a:pt x="1409672" y="2370593"/>
                </a:lnTo>
                <a:close/>
                <a:moveTo>
                  <a:pt x="1361886" y="2370593"/>
                </a:moveTo>
                <a:lnTo>
                  <a:pt x="1361886" y="2406611"/>
                </a:lnTo>
                <a:lnTo>
                  <a:pt x="1384193" y="2406611"/>
                </a:lnTo>
                <a:lnTo>
                  <a:pt x="1384193" y="2399960"/>
                </a:lnTo>
                <a:lnTo>
                  <a:pt x="1369867" y="2399960"/>
                </a:lnTo>
                <a:lnTo>
                  <a:pt x="1369867" y="2370593"/>
                </a:lnTo>
                <a:close/>
                <a:moveTo>
                  <a:pt x="1334976" y="2370593"/>
                </a:moveTo>
                <a:lnTo>
                  <a:pt x="1324436" y="2406611"/>
                </a:lnTo>
                <a:lnTo>
                  <a:pt x="1332622" y="2406611"/>
                </a:lnTo>
                <a:lnTo>
                  <a:pt x="1334873" y="2398221"/>
                </a:lnTo>
                <a:lnTo>
                  <a:pt x="1347459" y="2398221"/>
                </a:lnTo>
                <a:lnTo>
                  <a:pt x="1349710" y="2406611"/>
                </a:lnTo>
                <a:lnTo>
                  <a:pt x="1357896" y="2406611"/>
                </a:lnTo>
                <a:lnTo>
                  <a:pt x="1347357" y="2370593"/>
                </a:lnTo>
                <a:close/>
                <a:moveTo>
                  <a:pt x="1298547" y="2370593"/>
                </a:moveTo>
                <a:lnTo>
                  <a:pt x="1298547" y="2406611"/>
                </a:lnTo>
                <a:lnTo>
                  <a:pt x="1321775" y="2406611"/>
                </a:lnTo>
                <a:lnTo>
                  <a:pt x="1321775" y="2400063"/>
                </a:lnTo>
                <a:lnTo>
                  <a:pt x="1306528" y="2400063"/>
                </a:lnTo>
                <a:lnTo>
                  <a:pt x="1306528" y="2390751"/>
                </a:lnTo>
                <a:lnTo>
                  <a:pt x="1320240" y="2390751"/>
                </a:lnTo>
                <a:lnTo>
                  <a:pt x="1320240" y="2384509"/>
                </a:lnTo>
                <a:lnTo>
                  <a:pt x="1306528" y="2384509"/>
                </a:lnTo>
                <a:lnTo>
                  <a:pt x="1306528" y="2377142"/>
                </a:lnTo>
                <a:lnTo>
                  <a:pt x="1321468" y="2377142"/>
                </a:lnTo>
                <a:lnTo>
                  <a:pt x="1321468" y="2370593"/>
                </a:lnTo>
                <a:close/>
                <a:moveTo>
                  <a:pt x="1263961" y="2370593"/>
                </a:moveTo>
                <a:lnTo>
                  <a:pt x="1263961" y="2406611"/>
                </a:lnTo>
                <a:lnTo>
                  <a:pt x="1271942" y="2406611"/>
                </a:lnTo>
                <a:lnTo>
                  <a:pt x="1271942" y="2391160"/>
                </a:lnTo>
                <a:lnTo>
                  <a:pt x="1284733" y="2391160"/>
                </a:lnTo>
                <a:lnTo>
                  <a:pt x="1284733" y="2406611"/>
                </a:lnTo>
                <a:lnTo>
                  <a:pt x="1292714" y="2406611"/>
                </a:lnTo>
                <a:lnTo>
                  <a:pt x="1292714" y="2370593"/>
                </a:lnTo>
                <a:lnTo>
                  <a:pt x="1284733" y="2370593"/>
                </a:lnTo>
                <a:lnTo>
                  <a:pt x="1284733" y="2384612"/>
                </a:lnTo>
                <a:lnTo>
                  <a:pt x="1271942" y="2384612"/>
                </a:lnTo>
                <a:lnTo>
                  <a:pt x="1271942" y="2370593"/>
                </a:lnTo>
                <a:close/>
                <a:moveTo>
                  <a:pt x="1224362" y="2370593"/>
                </a:moveTo>
                <a:lnTo>
                  <a:pt x="1224362" y="2406611"/>
                </a:lnTo>
                <a:lnTo>
                  <a:pt x="1247590" y="2406611"/>
                </a:lnTo>
                <a:lnTo>
                  <a:pt x="1247590" y="2400063"/>
                </a:lnTo>
                <a:lnTo>
                  <a:pt x="1232343" y="2400063"/>
                </a:lnTo>
                <a:lnTo>
                  <a:pt x="1232343" y="2390751"/>
                </a:lnTo>
                <a:lnTo>
                  <a:pt x="1246055" y="2390751"/>
                </a:lnTo>
                <a:lnTo>
                  <a:pt x="1246055" y="2384509"/>
                </a:lnTo>
                <a:lnTo>
                  <a:pt x="1232343" y="2384509"/>
                </a:lnTo>
                <a:lnTo>
                  <a:pt x="1232343" y="2377142"/>
                </a:lnTo>
                <a:lnTo>
                  <a:pt x="1247181" y="2377142"/>
                </a:lnTo>
                <a:lnTo>
                  <a:pt x="1247181" y="2370593"/>
                </a:lnTo>
                <a:close/>
                <a:moveTo>
                  <a:pt x="1188138" y="2370593"/>
                </a:moveTo>
                <a:lnTo>
                  <a:pt x="1188138" y="2406611"/>
                </a:lnTo>
                <a:lnTo>
                  <a:pt x="1195198" y="2406611"/>
                </a:lnTo>
                <a:lnTo>
                  <a:pt x="1195198" y="2381542"/>
                </a:lnTo>
                <a:cubicBezTo>
                  <a:pt x="1200724" y="2389932"/>
                  <a:pt x="1204817" y="2398528"/>
                  <a:pt x="1207989" y="2406611"/>
                </a:cubicBezTo>
                <a:lnTo>
                  <a:pt x="1217403" y="2406611"/>
                </a:lnTo>
                <a:lnTo>
                  <a:pt x="1217403" y="2370593"/>
                </a:lnTo>
                <a:lnTo>
                  <a:pt x="1210240" y="2370593"/>
                </a:lnTo>
                <a:lnTo>
                  <a:pt x="1210240" y="2394537"/>
                </a:lnTo>
                <a:cubicBezTo>
                  <a:pt x="1207068" y="2386658"/>
                  <a:pt x="1202566" y="2378574"/>
                  <a:pt x="1196938" y="2370593"/>
                </a:cubicBezTo>
                <a:close/>
                <a:moveTo>
                  <a:pt x="1094000" y="2370593"/>
                </a:moveTo>
                <a:lnTo>
                  <a:pt x="1094000" y="2377142"/>
                </a:lnTo>
                <a:lnTo>
                  <a:pt x="1104028" y="2377142"/>
                </a:lnTo>
                <a:lnTo>
                  <a:pt x="1104028" y="2406611"/>
                </a:lnTo>
                <a:lnTo>
                  <a:pt x="1112009" y="2406611"/>
                </a:lnTo>
                <a:lnTo>
                  <a:pt x="1112009" y="2377142"/>
                </a:lnTo>
                <a:lnTo>
                  <a:pt x="1122139" y="2377142"/>
                </a:lnTo>
                <a:lnTo>
                  <a:pt x="1122139" y="2370593"/>
                </a:lnTo>
                <a:close/>
                <a:moveTo>
                  <a:pt x="1068317" y="2370593"/>
                </a:moveTo>
                <a:lnTo>
                  <a:pt x="1068317" y="2406611"/>
                </a:lnTo>
                <a:lnTo>
                  <a:pt x="1091545" y="2406611"/>
                </a:lnTo>
                <a:lnTo>
                  <a:pt x="1091545" y="2400063"/>
                </a:lnTo>
                <a:lnTo>
                  <a:pt x="1076298" y="2400063"/>
                </a:lnTo>
                <a:lnTo>
                  <a:pt x="1076298" y="2390751"/>
                </a:lnTo>
                <a:lnTo>
                  <a:pt x="1090010" y="2390751"/>
                </a:lnTo>
                <a:lnTo>
                  <a:pt x="1090010" y="2384509"/>
                </a:lnTo>
                <a:lnTo>
                  <a:pt x="1076298" y="2384509"/>
                </a:lnTo>
                <a:lnTo>
                  <a:pt x="1076298" y="2377142"/>
                </a:lnTo>
                <a:lnTo>
                  <a:pt x="1091136" y="2377142"/>
                </a:lnTo>
                <a:lnTo>
                  <a:pt x="1091136" y="2370593"/>
                </a:lnTo>
                <a:close/>
                <a:moveTo>
                  <a:pt x="1032093" y="2370593"/>
                </a:moveTo>
                <a:lnTo>
                  <a:pt x="1032093" y="2406611"/>
                </a:lnTo>
                <a:lnTo>
                  <a:pt x="1039153" y="2406611"/>
                </a:lnTo>
                <a:lnTo>
                  <a:pt x="1039153" y="2381542"/>
                </a:lnTo>
                <a:cubicBezTo>
                  <a:pt x="1044679" y="2389932"/>
                  <a:pt x="1048772" y="2398528"/>
                  <a:pt x="1051944" y="2406611"/>
                </a:cubicBezTo>
                <a:lnTo>
                  <a:pt x="1061358" y="2406611"/>
                </a:lnTo>
                <a:lnTo>
                  <a:pt x="1061358" y="2370593"/>
                </a:lnTo>
                <a:lnTo>
                  <a:pt x="1054195" y="2370593"/>
                </a:lnTo>
                <a:lnTo>
                  <a:pt x="1054195" y="2394537"/>
                </a:lnTo>
                <a:cubicBezTo>
                  <a:pt x="1051023" y="2386658"/>
                  <a:pt x="1046521" y="2378574"/>
                  <a:pt x="1040893" y="2370593"/>
                </a:cubicBezTo>
                <a:close/>
                <a:moveTo>
                  <a:pt x="1005079" y="2370593"/>
                </a:moveTo>
                <a:lnTo>
                  <a:pt x="994540" y="2406611"/>
                </a:lnTo>
                <a:lnTo>
                  <a:pt x="1002726" y="2406611"/>
                </a:lnTo>
                <a:lnTo>
                  <a:pt x="1004977" y="2398221"/>
                </a:lnTo>
                <a:lnTo>
                  <a:pt x="1017563" y="2398221"/>
                </a:lnTo>
                <a:lnTo>
                  <a:pt x="1019814" y="2406611"/>
                </a:lnTo>
                <a:lnTo>
                  <a:pt x="1028000" y="2406611"/>
                </a:lnTo>
                <a:lnTo>
                  <a:pt x="1017461" y="2370593"/>
                </a:lnTo>
                <a:close/>
                <a:moveTo>
                  <a:pt x="970698" y="2370593"/>
                </a:moveTo>
                <a:lnTo>
                  <a:pt x="970698" y="2406611"/>
                </a:lnTo>
                <a:lnTo>
                  <a:pt x="993005" y="2406611"/>
                </a:lnTo>
                <a:lnTo>
                  <a:pt x="993005" y="2399960"/>
                </a:lnTo>
                <a:lnTo>
                  <a:pt x="978679" y="2399960"/>
                </a:lnTo>
                <a:lnTo>
                  <a:pt x="978679" y="2370593"/>
                </a:lnTo>
                <a:close/>
                <a:moveTo>
                  <a:pt x="939797" y="2370593"/>
                </a:moveTo>
                <a:lnTo>
                  <a:pt x="939797" y="2406611"/>
                </a:lnTo>
                <a:lnTo>
                  <a:pt x="947777" y="2406611"/>
                </a:lnTo>
                <a:lnTo>
                  <a:pt x="947777" y="2395151"/>
                </a:lnTo>
                <a:lnTo>
                  <a:pt x="952178" y="2395151"/>
                </a:lnTo>
                <a:cubicBezTo>
                  <a:pt x="960876" y="2395151"/>
                  <a:pt x="966605" y="2390239"/>
                  <a:pt x="966605" y="2382872"/>
                </a:cubicBezTo>
                <a:cubicBezTo>
                  <a:pt x="966605" y="2375505"/>
                  <a:pt x="960876" y="2370593"/>
                  <a:pt x="952178" y="2370593"/>
                </a:cubicBezTo>
                <a:close/>
                <a:moveTo>
                  <a:pt x="900197" y="2370593"/>
                </a:moveTo>
                <a:lnTo>
                  <a:pt x="900197" y="2406611"/>
                </a:lnTo>
                <a:lnTo>
                  <a:pt x="923425" y="2406611"/>
                </a:lnTo>
                <a:lnTo>
                  <a:pt x="923425" y="2400063"/>
                </a:lnTo>
                <a:lnTo>
                  <a:pt x="908076" y="2400063"/>
                </a:lnTo>
                <a:lnTo>
                  <a:pt x="908076" y="2390751"/>
                </a:lnTo>
                <a:lnTo>
                  <a:pt x="921890" y="2390751"/>
                </a:lnTo>
                <a:lnTo>
                  <a:pt x="921890" y="2384509"/>
                </a:lnTo>
                <a:lnTo>
                  <a:pt x="908076" y="2384509"/>
                </a:lnTo>
                <a:lnTo>
                  <a:pt x="908076" y="2377142"/>
                </a:lnTo>
                <a:lnTo>
                  <a:pt x="923016" y="2377142"/>
                </a:lnTo>
                <a:lnTo>
                  <a:pt x="923016" y="2370593"/>
                </a:lnTo>
                <a:close/>
                <a:moveTo>
                  <a:pt x="863974" y="2370593"/>
                </a:moveTo>
                <a:lnTo>
                  <a:pt x="863974" y="2406611"/>
                </a:lnTo>
                <a:lnTo>
                  <a:pt x="871034" y="2406611"/>
                </a:lnTo>
                <a:lnTo>
                  <a:pt x="871034" y="2381542"/>
                </a:lnTo>
                <a:cubicBezTo>
                  <a:pt x="876560" y="2389932"/>
                  <a:pt x="880653" y="2398528"/>
                  <a:pt x="883825" y="2406611"/>
                </a:cubicBezTo>
                <a:lnTo>
                  <a:pt x="893239" y="2406611"/>
                </a:lnTo>
                <a:lnTo>
                  <a:pt x="893239" y="2370593"/>
                </a:lnTo>
                <a:lnTo>
                  <a:pt x="886076" y="2370593"/>
                </a:lnTo>
                <a:lnTo>
                  <a:pt x="886076" y="2394537"/>
                </a:lnTo>
                <a:cubicBezTo>
                  <a:pt x="882904" y="2386658"/>
                  <a:pt x="878402" y="2378574"/>
                  <a:pt x="872774" y="2370593"/>
                </a:cubicBezTo>
                <a:close/>
                <a:moveTo>
                  <a:pt x="1165933" y="2370081"/>
                </a:moveTo>
                <a:cubicBezTo>
                  <a:pt x="1155598" y="2370081"/>
                  <a:pt x="1149152" y="2377346"/>
                  <a:pt x="1149152" y="2388602"/>
                </a:cubicBezTo>
                <a:cubicBezTo>
                  <a:pt x="1149152" y="2399858"/>
                  <a:pt x="1155701" y="2407123"/>
                  <a:pt x="1165933" y="2407123"/>
                </a:cubicBezTo>
                <a:cubicBezTo>
                  <a:pt x="1176268" y="2407123"/>
                  <a:pt x="1182715" y="2399858"/>
                  <a:pt x="1182715" y="2388602"/>
                </a:cubicBezTo>
                <a:cubicBezTo>
                  <a:pt x="1182715" y="2377346"/>
                  <a:pt x="1176166" y="2370081"/>
                  <a:pt x="1165933" y="2370081"/>
                </a:cubicBezTo>
                <a:close/>
                <a:moveTo>
                  <a:pt x="842792" y="2370081"/>
                </a:moveTo>
                <a:cubicBezTo>
                  <a:pt x="832457" y="2370081"/>
                  <a:pt x="826011" y="2377346"/>
                  <a:pt x="826011" y="2388602"/>
                </a:cubicBezTo>
                <a:cubicBezTo>
                  <a:pt x="826011" y="2399858"/>
                  <a:pt x="832560" y="2407123"/>
                  <a:pt x="842792" y="2407123"/>
                </a:cubicBezTo>
                <a:cubicBezTo>
                  <a:pt x="853127" y="2407123"/>
                  <a:pt x="859574" y="2399858"/>
                  <a:pt x="859574" y="2388602"/>
                </a:cubicBezTo>
                <a:cubicBezTo>
                  <a:pt x="859574" y="2377346"/>
                  <a:pt x="853025" y="2370081"/>
                  <a:pt x="842792" y="2370081"/>
                </a:cubicBezTo>
                <a:close/>
                <a:moveTo>
                  <a:pt x="574803" y="2339793"/>
                </a:moveTo>
                <a:cubicBezTo>
                  <a:pt x="580738" y="2364556"/>
                  <a:pt x="595063" y="2386044"/>
                  <a:pt x="614505" y="2401086"/>
                </a:cubicBezTo>
                <a:cubicBezTo>
                  <a:pt x="614505" y="2401086"/>
                  <a:pt x="614607" y="2401086"/>
                  <a:pt x="614607" y="2401188"/>
                </a:cubicBezTo>
                <a:cubicBezTo>
                  <a:pt x="616040" y="2402109"/>
                  <a:pt x="618393" y="2394435"/>
                  <a:pt x="620133" y="2389421"/>
                </a:cubicBezTo>
                <a:cubicBezTo>
                  <a:pt x="621565" y="2385533"/>
                  <a:pt x="622384" y="2384612"/>
                  <a:pt x="616142" y="2379495"/>
                </a:cubicBezTo>
                <a:cubicBezTo>
                  <a:pt x="614607" y="2378267"/>
                  <a:pt x="615119" y="2382463"/>
                  <a:pt x="614914" y="2383588"/>
                </a:cubicBezTo>
                <a:cubicBezTo>
                  <a:pt x="614812" y="2384407"/>
                  <a:pt x="614300" y="2384202"/>
                  <a:pt x="613584" y="2383691"/>
                </a:cubicBezTo>
                <a:cubicBezTo>
                  <a:pt x="607138" y="2379188"/>
                  <a:pt x="583705" y="2360770"/>
                  <a:pt x="575007" y="2340203"/>
                </a:cubicBezTo>
                <a:cubicBezTo>
                  <a:pt x="574905" y="2340100"/>
                  <a:pt x="574905" y="2339896"/>
                  <a:pt x="574803" y="2339793"/>
                </a:cubicBezTo>
                <a:close/>
                <a:moveTo>
                  <a:pt x="688077" y="2299477"/>
                </a:moveTo>
                <a:cubicBezTo>
                  <a:pt x="687872" y="2299580"/>
                  <a:pt x="687258" y="2300194"/>
                  <a:pt x="686849" y="2300501"/>
                </a:cubicBezTo>
                <a:cubicBezTo>
                  <a:pt x="686542" y="2300705"/>
                  <a:pt x="686235" y="2300807"/>
                  <a:pt x="685007" y="2301421"/>
                </a:cubicBezTo>
                <a:cubicBezTo>
                  <a:pt x="683165" y="2302240"/>
                  <a:pt x="682244" y="2303980"/>
                  <a:pt x="681323" y="2306538"/>
                </a:cubicBezTo>
                <a:cubicBezTo>
                  <a:pt x="680505" y="2308891"/>
                  <a:pt x="679993" y="2310938"/>
                  <a:pt x="679789" y="2311756"/>
                </a:cubicBezTo>
                <a:cubicBezTo>
                  <a:pt x="679686" y="2312268"/>
                  <a:pt x="680300" y="2312063"/>
                  <a:pt x="680709" y="2311961"/>
                </a:cubicBezTo>
                <a:cubicBezTo>
                  <a:pt x="681119" y="2311961"/>
                  <a:pt x="682756" y="2311654"/>
                  <a:pt x="684496" y="2311142"/>
                </a:cubicBezTo>
                <a:cubicBezTo>
                  <a:pt x="685928" y="2310835"/>
                  <a:pt x="686440" y="2310528"/>
                  <a:pt x="687872" y="2309710"/>
                </a:cubicBezTo>
                <a:cubicBezTo>
                  <a:pt x="688793" y="2309300"/>
                  <a:pt x="689919" y="2308482"/>
                  <a:pt x="690430" y="2308073"/>
                </a:cubicBezTo>
                <a:cubicBezTo>
                  <a:pt x="690635" y="2307868"/>
                  <a:pt x="690430" y="2307663"/>
                  <a:pt x="690328" y="2307561"/>
                </a:cubicBezTo>
                <a:cubicBezTo>
                  <a:pt x="690123" y="2307459"/>
                  <a:pt x="689714" y="2307459"/>
                  <a:pt x="689509" y="2307356"/>
                </a:cubicBezTo>
                <a:cubicBezTo>
                  <a:pt x="689305" y="2307254"/>
                  <a:pt x="689100" y="2307254"/>
                  <a:pt x="689100" y="2306947"/>
                </a:cubicBezTo>
                <a:cubicBezTo>
                  <a:pt x="688998" y="2306435"/>
                  <a:pt x="688896" y="2305617"/>
                  <a:pt x="688486" y="2304696"/>
                </a:cubicBezTo>
                <a:cubicBezTo>
                  <a:pt x="688077" y="2303775"/>
                  <a:pt x="687463" y="2303263"/>
                  <a:pt x="687156" y="2302956"/>
                </a:cubicBezTo>
                <a:cubicBezTo>
                  <a:pt x="687054" y="2302854"/>
                  <a:pt x="687054" y="2302649"/>
                  <a:pt x="687156" y="2302547"/>
                </a:cubicBezTo>
                <a:cubicBezTo>
                  <a:pt x="687258" y="2302445"/>
                  <a:pt x="687975" y="2301217"/>
                  <a:pt x="688282" y="2300194"/>
                </a:cubicBezTo>
                <a:cubicBezTo>
                  <a:pt x="688486" y="2299682"/>
                  <a:pt x="688486" y="2299580"/>
                  <a:pt x="688384" y="2299477"/>
                </a:cubicBezTo>
                <a:cubicBezTo>
                  <a:pt x="688384" y="2299375"/>
                  <a:pt x="688282" y="2299273"/>
                  <a:pt x="688077" y="2299477"/>
                </a:cubicBezTo>
                <a:close/>
                <a:moveTo>
                  <a:pt x="685928" y="2290780"/>
                </a:moveTo>
                <a:cubicBezTo>
                  <a:pt x="685621" y="2290780"/>
                  <a:pt x="684189" y="2291291"/>
                  <a:pt x="683472" y="2291701"/>
                </a:cubicBezTo>
                <a:cubicBezTo>
                  <a:pt x="681733" y="2292519"/>
                  <a:pt x="678049" y="2295384"/>
                  <a:pt x="676003" y="2298454"/>
                </a:cubicBezTo>
                <a:cubicBezTo>
                  <a:pt x="674877" y="2300194"/>
                  <a:pt x="673342" y="2303059"/>
                  <a:pt x="672728" y="2306128"/>
                </a:cubicBezTo>
                <a:cubicBezTo>
                  <a:pt x="672319" y="2307970"/>
                  <a:pt x="672216" y="2309096"/>
                  <a:pt x="672216" y="2310017"/>
                </a:cubicBezTo>
                <a:cubicBezTo>
                  <a:pt x="672319" y="2310426"/>
                  <a:pt x="672626" y="2310631"/>
                  <a:pt x="672830" y="2310119"/>
                </a:cubicBezTo>
                <a:cubicBezTo>
                  <a:pt x="673137" y="2309505"/>
                  <a:pt x="673342" y="2308891"/>
                  <a:pt x="673751" y="2308175"/>
                </a:cubicBezTo>
                <a:cubicBezTo>
                  <a:pt x="674570" y="2306538"/>
                  <a:pt x="675696" y="2304594"/>
                  <a:pt x="677435" y="2302035"/>
                </a:cubicBezTo>
                <a:cubicBezTo>
                  <a:pt x="680709" y="2297328"/>
                  <a:pt x="683165" y="2295998"/>
                  <a:pt x="684598" y="2295180"/>
                </a:cubicBezTo>
                <a:cubicBezTo>
                  <a:pt x="686030" y="2294463"/>
                  <a:pt x="687156" y="2294668"/>
                  <a:pt x="687872" y="2295384"/>
                </a:cubicBezTo>
                <a:cubicBezTo>
                  <a:pt x="688589" y="2296101"/>
                  <a:pt x="688589" y="2295384"/>
                  <a:pt x="688589" y="2295077"/>
                </a:cubicBezTo>
                <a:cubicBezTo>
                  <a:pt x="688691" y="2294361"/>
                  <a:pt x="688691" y="2293952"/>
                  <a:pt x="688486" y="2292928"/>
                </a:cubicBezTo>
                <a:cubicBezTo>
                  <a:pt x="688179" y="2290677"/>
                  <a:pt x="686542" y="2290677"/>
                  <a:pt x="685928" y="2290780"/>
                </a:cubicBezTo>
                <a:close/>
                <a:moveTo>
                  <a:pt x="1312156" y="2278580"/>
                </a:moveTo>
                <a:lnTo>
                  <a:pt x="1312258" y="2278705"/>
                </a:lnTo>
                <a:lnTo>
                  <a:pt x="1312156" y="2278705"/>
                </a:lnTo>
                <a:close/>
                <a:moveTo>
                  <a:pt x="970593" y="2245244"/>
                </a:moveTo>
                <a:cubicBezTo>
                  <a:pt x="979495" y="2259263"/>
                  <a:pt x="986453" y="2274202"/>
                  <a:pt x="990853" y="2290472"/>
                </a:cubicBezTo>
                <a:lnTo>
                  <a:pt x="950435" y="2290472"/>
                </a:lnTo>
                <a:cubicBezTo>
                  <a:pt x="954937" y="2274202"/>
                  <a:pt x="961690" y="2259263"/>
                  <a:pt x="970593" y="2245244"/>
                </a:cubicBezTo>
                <a:close/>
                <a:moveTo>
                  <a:pt x="1181793" y="2243403"/>
                </a:moveTo>
                <a:cubicBezTo>
                  <a:pt x="1200212" y="2243403"/>
                  <a:pt x="1214844" y="2259570"/>
                  <a:pt x="1214844" y="2279933"/>
                </a:cubicBezTo>
                <a:cubicBezTo>
                  <a:pt x="1214844" y="2300295"/>
                  <a:pt x="1200314" y="2316667"/>
                  <a:pt x="1181793" y="2316667"/>
                </a:cubicBezTo>
                <a:cubicBezTo>
                  <a:pt x="1163375" y="2316667"/>
                  <a:pt x="1148640" y="2300193"/>
                  <a:pt x="1148640" y="2279933"/>
                </a:cubicBezTo>
                <a:cubicBezTo>
                  <a:pt x="1148640" y="2259672"/>
                  <a:pt x="1163477" y="2243403"/>
                  <a:pt x="1181793" y="2243403"/>
                </a:cubicBezTo>
                <a:close/>
                <a:moveTo>
                  <a:pt x="730542" y="2243301"/>
                </a:moveTo>
                <a:cubicBezTo>
                  <a:pt x="732384" y="2244222"/>
                  <a:pt x="737602" y="2247189"/>
                  <a:pt x="743537" y="2251896"/>
                </a:cubicBezTo>
                <a:cubicBezTo>
                  <a:pt x="743844" y="2252101"/>
                  <a:pt x="744254" y="2252101"/>
                  <a:pt x="744458" y="2251794"/>
                </a:cubicBezTo>
                <a:cubicBezTo>
                  <a:pt x="746300" y="2249850"/>
                  <a:pt x="748347" y="2247599"/>
                  <a:pt x="750495" y="2244631"/>
                </a:cubicBezTo>
                <a:cubicBezTo>
                  <a:pt x="750598" y="2244426"/>
                  <a:pt x="750905" y="2244529"/>
                  <a:pt x="750905" y="2244733"/>
                </a:cubicBezTo>
                <a:cubicBezTo>
                  <a:pt x="751109" y="2246678"/>
                  <a:pt x="752030" y="2252306"/>
                  <a:pt x="751519" y="2258752"/>
                </a:cubicBezTo>
                <a:cubicBezTo>
                  <a:pt x="751519" y="2258957"/>
                  <a:pt x="751621" y="2259264"/>
                  <a:pt x="751826" y="2259468"/>
                </a:cubicBezTo>
                <a:cubicBezTo>
                  <a:pt x="758579" y="2266529"/>
                  <a:pt x="761751" y="2271850"/>
                  <a:pt x="762672" y="2273487"/>
                </a:cubicBezTo>
                <a:cubicBezTo>
                  <a:pt x="762672" y="2273691"/>
                  <a:pt x="762570" y="2273896"/>
                  <a:pt x="762467" y="2273896"/>
                </a:cubicBezTo>
                <a:cubicBezTo>
                  <a:pt x="760933" y="2273282"/>
                  <a:pt x="756123" y="2271645"/>
                  <a:pt x="749574" y="2270315"/>
                </a:cubicBezTo>
                <a:cubicBezTo>
                  <a:pt x="749370" y="2270315"/>
                  <a:pt x="749063" y="2270417"/>
                  <a:pt x="748960" y="2270724"/>
                </a:cubicBezTo>
                <a:cubicBezTo>
                  <a:pt x="744867" y="2281673"/>
                  <a:pt x="742821" y="2284947"/>
                  <a:pt x="742105" y="2286175"/>
                </a:cubicBezTo>
                <a:cubicBezTo>
                  <a:pt x="742002" y="2286277"/>
                  <a:pt x="742002" y="2286277"/>
                  <a:pt x="741900" y="2286277"/>
                </a:cubicBezTo>
                <a:cubicBezTo>
                  <a:pt x="741798" y="2286277"/>
                  <a:pt x="741695" y="2286175"/>
                  <a:pt x="741695" y="2286073"/>
                </a:cubicBezTo>
                <a:cubicBezTo>
                  <a:pt x="741491" y="2283617"/>
                  <a:pt x="740672" y="2275329"/>
                  <a:pt x="739137" y="2269189"/>
                </a:cubicBezTo>
                <a:cubicBezTo>
                  <a:pt x="739035" y="2268882"/>
                  <a:pt x="738728" y="2268575"/>
                  <a:pt x="738421" y="2268575"/>
                </a:cubicBezTo>
                <a:cubicBezTo>
                  <a:pt x="731770" y="2267961"/>
                  <a:pt x="726244" y="2267859"/>
                  <a:pt x="724300" y="2267859"/>
                </a:cubicBezTo>
                <a:cubicBezTo>
                  <a:pt x="724095" y="2267859"/>
                  <a:pt x="723993" y="2267552"/>
                  <a:pt x="724198" y="2267450"/>
                </a:cubicBezTo>
                <a:cubicBezTo>
                  <a:pt x="726449" y="2266017"/>
                  <a:pt x="733714" y="2261412"/>
                  <a:pt x="736272" y="2259161"/>
                </a:cubicBezTo>
                <a:cubicBezTo>
                  <a:pt x="736477" y="2259059"/>
                  <a:pt x="736579" y="2258752"/>
                  <a:pt x="736477" y="2258445"/>
                </a:cubicBezTo>
                <a:cubicBezTo>
                  <a:pt x="735147" y="2252817"/>
                  <a:pt x="731361" y="2245757"/>
                  <a:pt x="730235" y="2243608"/>
                </a:cubicBezTo>
                <a:cubicBezTo>
                  <a:pt x="730133" y="2243403"/>
                  <a:pt x="730337" y="2243199"/>
                  <a:pt x="730542" y="2243301"/>
                </a:cubicBezTo>
                <a:close/>
                <a:moveTo>
                  <a:pt x="860083" y="2243198"/>
                </a:moveTo>
                <a:cubicBezTo>
                  <a:pt x="871850" y="2243198"/>
                  <a:pt x="900297" y="2247905"/>
                  <a:pt x="900297" y="2280035"/>
                </a:cubicBezTo>
                <a:cubicBezTo>
                  <a:pt x="900297" y="2312062"/>
                  <a:pt x="872669" y="2317383"/>
                  <a:pt x="858036" y="2317281"/>
                </a:cubicBezTo>
                <a:cubicBezTo>
                  <a:pt x="855683" y="2317281"/>
                  <a:pt x="853125" y="2317281"/>
                  <a:pt x="851181" y="2316872"/>
                </a:cubicBezTo>
                <a:lnTo>
                  <a:pt x="851181" y="2243505"/>
                </a:lnTo>
                <a:cubicBezTo>
                  <a:pt x="853841" y="2243505"/>
                  <a:pt x="856911" y="2243300"/>
                  <a:pt x="860083" y="2243198"/>
                </a:cubicBezTo>
                <a:close/>
                <a:moveTo>
                  <a:pt x="1393709" y="2242891"/>
                </a:moveTo>
                <a:cubicBezTo>
                  <a:pt x="1399746" y="2242891"/>
                  <a:pt x="1407011" y="2245142"/>
                  <a:pt x="1411719" y="2249644"/>
                </a:cubicBezTo>
                <a:cubicBezTo>
                  <a:pt x="1418370" y="2255784"/>
                  <a:pt x="1419598" y="2264072"/>
                  <a:pt x="1420006" y="2267858"/>
                </a:cubicBezTo>
                <a:lnTo>
                  <a:pt x="1420109" y="2270314"/>
                </a:lnTo>
                <a:lnTo>
                  <a:pt x="1417551" y="2270314"/>
                </a:lnTo>
                <a:lnTo>
                  <a:pt x="1368537" y="2270314"/>
                </a:lnTo>
                <a:lnTo>
                  <a:pt x="1365467" y="2270314"/>
                </a:lnTo>
                <a:lnTo>
                  <a:pt x="1366080" y="2267653"/>
                </a:lnTo>
                <a:cubicBezTo>
                  <a:pt x="1369458" y="2249337"/>
                  <a:pt x="1384602" y="2242891"/>
                  <a:pt x="1393709" y="2242891"/>
                </a:cubicBezTo>
                <a:close/>
                <a:moveTo>
                  <a:pt x="1242370" y="2225905"/>
                </a:moveTo>
                <a:lnTo>
                  <a:pt x="1242370" y="2334267"/>
                </a:lnTo>
                <a:lnTo>
                  <a:pt x="1265905" y="2334267"/>
                </a:lnTo>
                <a:lnTo>
                  <a:pt x="1265905" y="2260082"/>
                </a:lnTo>
                <a:cubicBezTo>
                  <a:pt x="1285756" y="2277170"/>
                  <a:pt x="1306016" y="2303365"/>
                  <a:pt x="1314509" y="2334267"/>
                </a:cubicBezTo>
                <a:lnTo>
                  <a:pt x="1314816" y="2334267"/>
                </a:lnTo>
                <a:lnTo>
                  <a:pt x="1335691" y="2334267"/>
                </a:lnTo>
                <a:lnTo>
                  <a:pt x="1335691" y="2225905"/>
                </a:lnTo>
                <a:lnTo>
                  <a:pt x="1312156" y="2225905"/>
                </a:lnTo>
                <a:lnTo>
                  <a:pt x="1312156" y="2278580"/>
                </a:lnTo>
                <a:lnTo>
                  <a:pt x="1287905" y="2248723"/>
                </a:lnTo>
                <a:cubicBezTo>
                  <a:pt x="1278798" y="2239617"/>
                  <a:pt x="1268975" y="2230203"/>
                  <a:pt x="1262119" y="2225905"/>
                </a:cubicBezTo>
                <a:close/>
                <a:moveTo>
                  <a:pt x="1027895" y="2225905"/>
                </a:moveTo>
                <a:lnTo>
                  <a:pt x="1027895" y="2334267"/>
                </a:lnTo>
                <a:lnTo>
                  <a:pt x="1051430" y="2334267"/>
                </a:lnTo>
                <a:lnTo>
                  <a:pt x="1051430" y="2260082"/>
                </a:lnTo>
                <a:cubicBezTo>
                  <a:pt x="1071179" y="2277170"/>
                  <a:pt x="1091439" y="2303365"/>
                  <a:pt x="1100137" y="2334267"/>
                </a:cubicBezTo>
                <a:lnTo>
                  <a:pt x="1100239" y="2334267"/>
                </a:lnTo>
                <a:lnTo>
                  <a:pt x="1121011" y="2334267"/>
                </a:lnTo>
                <a:lnTo>
                  <a:pt x="1121011" y="2225905"/>
                </a:lnTo>
                <a:lnTo>
                  <a:pt x="1097681" y="2225905"/>
                </a:lnTo>
                <a:lnTo>
                  <a:pt x="1097681" y="2278705"/>
                </a:lnTo>
                <a:cubicBezTo>
                  <a:pt x="1090211" y="2267142"/>
                  <a:pt x="1081923" y="2257319"/>
                  <a:pt x="1073430" y="2248723"/>
                </a:cubicBezTo>
                <a:cubicBezTo>
                  <a:pt x="1064527" y="2239617"/>
                  <a:pt x="1054397" y="2230203"/>
                  <a:pt x="1047541" y="2225905"/>
                </a:cubicBezTo>
                <a:close/>
                <a:moveTo>
                  <a:pt x="959848" y="2225905"/>
                </a:moveTo>
                <a:cubicBezTo>
                  <a:pt x="934881" y="2252919"/>
                  <a:pt x="922193" y="2294770"/>
                  <a:pt x="918816" y="2334267"/>
                </a:cubicBezTo>
                <a:lnTo>
                  <a:pt x="942453" y="2334267"/>
                </a:lnTo>
                <a:cubicBezTo>
                  <a:pt x="943272" y="2326183"/>
                  <a:pt x="944193" y="2318407"/>
                  <a:pt x="945523" y="2310528"/>
                </a:cubicBezTo>
                <a:lnTo>
                  <a:pt x="995560" y="2310528"/>
                </a:lnTo>
                <a:cubicBezTo>
                  <a:pt x="996993" y="2318304"/>
                  <a:pt x="998016" y="2326183"/>
                  <a:pt x="998732" y="2334267"/>
                </a:cubicBezTo>
                <a:lnTo>
                  <a:pt x="1023290" y="2334267"/>
                </a:lnTo>
                <a:cubicBezTo>
                  <a:pt x="1019913" y="2294770"/>
                  <a:pt x="1007634" y="2252919"/>
                  <a:pt x="982565" y="2225905"/>
                </a:cubicBezTo>
                <a:close/>
                <a:moveTo>
                  <a:pt x="1393300" y="2222528"/>
                </a:moveTo>
                <a:cubicBezTo>
                  <a:pt x="1379384" y="2222528"/>
                  <a:pt x="1367207" y="2227542"/>
                  <a:pt x="1358304" y="2236547"/>
                </a:cubicBezTo>
                <a:cubicBezTo>
                  <a:pt x="1347765" y="2246881"/>
                  <a:pt x="1342240" y="2262435"/>
                  <a:pt x="1341933" y="2279932"/>
                </a:cubicBezTo>
                <a:cubicBezTo>
                  <a:pt x="1341829" y="2298044"/>
                  <a:pt x="1346333" y="2314518"/>
                  <a:pt x="1357178" y="2325262"/>
                </a:cubicBezTo>
                <a:cubicBezTo>
                  <a:pt x="1366388" y="2334164"/>
                  <a:pt x="1379384" y="2339485"/>
                  <a:pt x="1394733" y="2338462"/>
                </a:cubicBezTo>
                <a:cubicBezTo>
                  <a:pt x="1405476" y="2337644"/>
                  <a:pt x="1424508" y="2335392"/>
                  <a:pt x="1440063" y="2313597"/>
                </a:cubicBezTo>
                <a:lnTo>
                  <a:pt x="1417653" y="2308379"/>
                </a:lnTo>
                <a:cubicBezTo>
                  <a:pt x="1409773" y="2316360"/>
                  <a:pt x="1400974" y="2317485"/>
                  <a:pt x="1393198" y="2317179"/>
                </a:cubicBezTo>
                <a:cubicBezTo>
                  <a:pt x="1374779" y="2316565"/>
                  <a:pt x="1366694" y="2300909"/>
                  <a:pt x="1365365" y="2288732"/>
                </a:cubicBezTo>
                <a:lnTo>
                  <a:pt x="1441392" y="2288732"/>
                </a:lnTo>
                <a:cubicBezTo>
                  <a:pt x="1441801" y="2285355"/>
                  <a:pt x="1442518" y="2280546"/>
                  <a:pt x="1442416" y="2276146"/>
                </a:cubicBezTo>
                <a:cubicBezTo>
                  <a:pt x="1442314" y="2264379"/>
                  <a:pt x="1440472" y="2251486"/>
                  <a:pt x="1431262" y="2239105"/>
                </a:cubicBezTo>
                <a:cubicBezTo>
                  <a:pt x="1420109" y="2224165"/>
                  <a:pt x="1404145" y="2222528"/>
                  <a:pt x="1393300" y="2222528"/>
                </a:cubicBezTo>
                <a:close/>
                <a:moveTo>
                  <a:pt x="858241" y="2222528"/>
                </a:moveTo>
                <a:cubicBezTo>
                  <a:pt x="843609" y="2222528"/>
                  <a:pt x="830716" y="2224165"/>
                  <a:pt x="826111" y="2225086"/>
                </a:cubicBezTo>
                <a:cubicBezTo>
                  <a:pt x="827441" y="2229384"/>
                  <a:pt x="828055" y="2239719"/>
                  <a:pt x="828055" y="2280035"/>
                </a:cubicBezTo>
                <a:cubicBezTo>
                  <a:pt x="828055" y="2320555"/>
                  <a:pt x="827134" y="2332016"/>
                  <a:pt x="826725" y="2335392"/>
                </a:cubicBezTo>
                <a:cubicBezTo>
                  <a:pt x="829488" y="2336211"/>
                  <a:pt x="841869" y="2338155"/>
                  <a:pt x="854455" y="2338155"/>
                </a:cubicBezTo>
                <a:cubicBezTo>
                  <a:pt x="878604" y="2337950"/>
                  <a:pt x="921887" y="2327616"/>
                  <a:pt x="922911" y="2278295"/>
                </a:cubicBezTo>
                <a:cubicBezTo>
                  <a:pt x="923525" y="2228054"/>
                  <a:pt x="878809" y="2222528"/>
                  <a:pt x="858241" y="2222528"/>
                </a:cubicBezTo>
                <a:close/>
                <a:moveTo>
                  <a:pt x="1181793" y="2222119"/>
                </a:moveTo>
                <a:cubicBezTo>
                  <a:pt x="1151505" y="2222119"/>
                  <a:pt x="1126947" y="2247905"/>
                  <a:pt x="1126947" y="2279933"/>
                </a:cubicBezTo>
                <a:cubicBezTo>
                  <a:pt x="1126947" y="2312063"/>
                  <a:pt x="1151505" y="2338155"/>
                  <a:pt x="1181793" y="2338155"/>
                </a:cubicBezTo>
                <a:cubicBezTo>
                  <a:pt x="1211877" y="2338155"/>
                  <a:pt x="1236640" y="2312063"/>
                  <a:pt x="1236640" y="2279933"/>
                </a:cubicBezTo>
                <a:cubicBezTo>
                  <a:pt x="1236640" y="2247905"/>
                  <a:pt x="1211979" y="2222119"/>
                  <a:pt x="1181793" y="2222119"/>
                </a:cubicBezTo>
                <a:close/>
                <a:moveTo>
                  <a:pt x="680914" y="2205850"/>
                </a:moveTo>
                <a:cubicBezTo>
                  <a:pt x="623203" y="2205850"/>
                  <a:pt x="576031" y="2250668"/>
                  <a:pt x="572347" y="2307459"/>
                </a:cubicBezTo>
                <a:cubicBezTo>
                  <a:pt x="573984" y="2303775"/>
                  <a:pt x="576542" y="2300705"/>
                  <a:pt x="579919" y="2298352"/>
                </a:cubicBezTo>
                <a:cubicBezTo>
                  <a:pt x="581249" y="2297328"/>
                  <a:pt x="581454" y="2297533"/>
                  <a:pt x="581249" y="2296715"/>
                </a:cubicBezTo>
                <a:cubicBezTo>
                  <a:pt x="578691" y="2286994"/>
                  <a:pt x="588105" y="2272668"/>
                  <a:pt x="601407" y="2264789"/>
                </a:cubicBezTo>
                <a:cubicBezTo>
                  <a:pt x="611231" y="2258854"/>
                  <a:pt x="626886" y="2250464"/>
                  <a:pt x="639472" y="2250464"/>
                </a:cubicBezTo>
                <a:cubicBezTo>
                  <a:pt x="642338" y="2250464"/>
                  <a:pt x="640803" y="2251385"/>
                  <a:pt x="638961" y="2253226"/>
                </a:cubicBezTo>
                <a:cubicBezTo>
                  <a:pt x="637119" y="2254864"/>
                  <a:pt x="635789" y="2256910"/>
                  <a:pt x="635277" y="2257524"/>
                </a:cubicBezTo>
                <a:cubicBezTo>
                  <a:pt x="634765" y="2258240"/>
                  <a:pt x="633947" y="2259059"/>
                  <a:pt x="636096" y="2258343"/>
                </a:cubicBezTo>
                <a:cubicBezTo>
                  <a:pt x="637938" y="2257729"/>
                  <a:pt x="641110" y="2256910"/>
                  <a:pt x="644896" y="2256194"/>
                </a:cubicBezTo>
                <a:cubicBezTo>
                  <a:pt x="649705" y="2255273"/>
                  <a:pt x="652775" y="2255478"/>
                  <a:pt x="654719" y="2255580"/>
                </a:cubicBezTo>
                <a:cubicBezTo>
                  <a:pt x="657072" y="2255682"/>
                  <a:pt x="658300" y="2256194"/>
                  <a:pt x="657686" y="2256808"/>
                </a:cubicBezTo>
                <a:cubicBezTo>
                  <a:pt x="657072" y="2257422"/>
                  <a:pt x="656151" y="2258036"/>
                  <a:pt x="655537" y="2258547"/>
                </a:cubicBezTo>
                <a:cubicBezTo>
                  <a:pt x="654821" y="2259059"/>
                  <a:pt x="654105" y="2259878"/>
                  <a:pt x="653798" y="2260185"/>
                </a:cubicBezTo>
                <a:cubicBezTo>
                  <a:pt x="653491" y="2260491"/>
                  <a:pt x="653389" y="2260798"/>
                  <a:pt x="653696" y="2260798"/>
                </a:cubicBezTo>
                <a:cubicBezTo>
                  <a:pt x="653696" y="2260798"/>
                  <a:pt x="654105" y="2260696"/>
                  <a:pt x="654821" y="2260696"/>
                </a:cubicBezTo>
                <a:cubicBezTo>
                  <a:pt x="657379" y="2260594"/>
                  <a:pt x="663621" y="2260389"/>
                  <a:pt x="669658" y="2262129"/>
                </a:cubicBezTo>
                <a:cubicBezTo>
                  <a:pt x="679072" y="2264789"/>
                  <a:pt x="682961" y="2268473"/>
                  <a:pt x="684700" y="2270110"/>
                </a:cubicBezTo>
                <a:cubicBezTo>
                  <a:pt x="685416" y="2270724"/>
                  <a:pt x="686951" y="2271952"/>
                  <a:pt x="687156" y="2272975"/>
                </a:cubicBezTo>
                <a:cubicBezTo>
                  <a:pt x="687258" y="2273589"/>
                  <a:pt x="687054" y="2273896"/>
                  <a:pt x="685826" y="2274305"/>
                </a:cubicBezTo>
                <a:cubicBezTo>
                  <a:pt x="684598" y="2274715"/>
                  <a:pt x="682961" y="2274919"/>
                  <a:pt x="682756" y="2274919"/>
                </a:cubicBezTo>
                <a:cubicBezTo>
                  <a:pt x="682551" y="2275022"/>
                  <a:pt x="682858" y="2275533"/>
                  <a:pt x="683063" y="2275840"/>
                </a:cubicBezTo>
                <a:cubicBezTo>
                  <a:pt x="686337" y="2280343"/>
                  <a:pt x="690840" y="2285356"/>
                  <a:pt x="692272" y="2293542"/>
                </a:cubicBezTo>
                <a:cubicBezTo>
                  <a:pt x="693807" y="2302956"/>
                  <a:pt x="697491" y="2306742"/>
                  <a:pt x="703528" y="2308891"/>
                </a:cubicBezTo>
                <a:cubicBezTo>
                  <a:pt x="707723" y="2310324"/>
                  <a:pt x="712840" y="2310733"/>
                  <a:pt x="714886" y="2312166"/>
                </a:cubicBezTo>
                <a:cubicBezTo>
                  <a:pt x="716933" y="2313598"/>
                  <a:pt x="717342" y="2315645"/>
                  <a:pt x="714886" y="2318612"/>
                </a:cubicBezTo>
                <a:cubicBezTo>
                  <a:pt x="712123" y="2321886"/>
                  <a:pt x="711202" y="2321375"/>
                  <a:pt x="713556" y="2324240"/>
                </a:cubicBezTo>
                <a:cubicBezTo>
                  <a:pt x="715398" y="2326593"/>
                  <a:pt x="715705" y="2326389"/>
                  <a:pt x="717547" y="2327617"/>
                </a:cubicBezTo>
                <a:cubicBezTo>
                  <a:pt x="718570" y="2328333"/>
                  <a:pt x="718570" y="2329561"/>
                  <a:pt x="718468" y="2330277"/>
                </a:cubicBezTo>
                <a:cubicBezTo>
                  <a:pt x="718365" y="2330993"/>
                  <a:pt x="718263" y="2331300"/>
                  <a:pt x="716626" y="2332733"/>
                </a:cubicBezTo>
                <a:cubicBezTo>
                  <a:pt x="714272" y="2334779"/>
                  <a:pt x="711100" y="2336724"/>
                  <a:pt x="710691" y="2336928"/>
                </a:cubicBezTo>
                <a:cubicBezTo>
                  <a:pt x="710077" y="2337235"/>
                  <a:pt x="710179" y="2337644"/>
                  <a:pt x="710384" y="2337644"/>
                </a:cubicBezTo>
                <a:cubicBezTo>
                  <a:pt x="710691" y="2337644"/>
                  <a:pt x="711509" y="2337644"/>
                  <a:pt x="711919" y="2337644"/>
                </a:cubicBezTo>
                <a:cubicBezTo>
                  <a:pt x="712430" y="2337542"/>
                  <a:pt x="712737" y="2337542"/>
                  <a:pt x="714579" y="2337440"/>
                </a:cubicBezTo>
                <a:cubicBezTo>
                  <a:pt x="716114" y="2337337"/>
                  <a:pt x="717137" y="2337747"/>
                  <a:pt x="718161" y="2339282"/>
                </a:cubicBezTo>
                <a:cubicBezTo>
                  <a:pt x="719491" y="2341123"/>
                  <a:pt x="718979" y="2341328"/>
                  <a:pt x="718468" y="2342556"/>
                </a:cubicBezTo>
                <a:cubicBezTo>
                  <a:pt x="716728" y="2346751"/>
                  <a:pt x="717649" y="2348491"/>
                  <a:pt x="719388" y="2351151"/>
                </a:cubicBezTo>
                <a:cubicBezTo>
                  <a:pt x="722151" y="2355449"/>
                  <a:pt x="724812" y="2361998"/>
                  <a:pt x="712737" y="2366500"/>
                </a:cubicBezTo>
                <a:cubicBezTo>
                  <a:pt x="698616" y="2371923"/>
                  <a:pt x="693909" y="2369467"/>
                  <a:pt x="687668" y="2386044"/>
                </a:cubicBezTo>
                <a:cubicBezTo>
                  <a:pt x="682347" y="2400267"/>
                  <a:pt x="679584" y="2406100"/>
                  <a:pt x="686951" y="2407942"/>
                </a:cubicBezTo>
                <a:cubicBezTo>
                  <a:pt x="697491" y="2410602"/>
                  <a:pt x="706598" y="2413774"/>
                  <a:pt x="710384" y="2415514"/>
                </a:cubicBezTo>
                <a:cubicBezTo>
                  <a:pt x="712635" y="2416537"/>
                  <a:pt x="713965" y="2417458"/>
                  <a:pt x="714886" y="2418174"/>
                </a:cubicBezTo>
                <a:cubicBezTo>
                  <a:pt x="758374" y="2403951"/>
                  <a:pt x="789788" y="2363021"/>
                  <a:pt x="789788" y="2314724"/>
                </a:cubicBezTo>
                <a:cubicBezTo>
                  <a:pt x="789788" y="2254557"/>
                  <a:pt x="741081" y="2205850"/>
                  <a:pt x="680914" y="2205850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2618510"/>
                </a:lnTo>
                <a:lnTo>
                  <a:pt x="0" y="2618510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5" name="Rectangle 8">
            <a:extLst>
              <a:ext uri="{FF2B5EF4-FFF2-40B4-BE49-F238E27FC236}">
                <a16:creationId xmlns:a16="http://schemas.microsoft.com/office/drawing/2014/main" id="{F95F021B-F34C-A0D6-0D30-EA333120806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3D0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2344247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3902BD-5042-CAF6-E767-A38C8F620B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673" y="5056620"/>
            <a:ext cx="10339387" cy="98425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  <a:lvl2pPr algn="ctr">
              <a:defRPr sz="28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8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9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A21038-F9A6-374B-90E6-945616053F2D}"/>
              </a:ext>
            </a:extLst>
          </p:cNvPr>
          <p:cNvSpPr>
            <a:spLocks/>
          </p:cNvSpPr>
          <p:nvPr userDrawn="1"/>
        </p:nvSpPr>
        <p:spPr>
          <a:xfrm>
            <a:off x="284205" y="6098059"/>
            <a:ext cx="1396314" cy="62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2673DA2-4086-8670-F627-DE56444EDC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1571707" cy="6857997"/>
          </a:xfrm>
          <a:custGeom>
            <a:avLst/>
            <a:gdLst>
              <a:gd name="connsiteX0" fmla="*/ 1129507 w 11571707"/>
              <a:gd name="connsiteY0" fmla="*/ 6637196 h 6857997"/>
              <a:gd name="connsiteX1" fmla="*/ 1124902 w 11571707"/>
              <a:gd name="connsiteY1" fmla="*/ 6641801 h 6857997"/>
              <a:gd name="connsiteX2" fmla="*/ 1129507 w 11571707"/>
              <a:gd name="connsiteY2" fmla="*/ 6646405 h 6857997"/>
              <a:gd name="connsiteX3" fmla="*/ 1134111 w 11571707"/>
              <a:gd name="connsiteY3" fmla="*/ 6641801 h 6857997"/>
              <a:gd name="connsiteX4" fmla="*/ 1129507 w 11571707"/>
              <a:gd name="connsiteY4" fmla="*/ 6637196 h 6857997"/>
              <a:gd name="connsiteX5" fmla="*/ 947777 w 11571707"/>
              <a:gd name="connsiteY5" fmla="*/ 6616629 h 6857997"/>
              <a:gd name="connsiteX6" fmla="*/ 952588 w 11571707"/>
              <a:gd name="connsiteY6" fmla="*/ 6616629 h 6857997"/>
              <a:gd name="connsiteX7" fmla="*/ 958523 w 11571707"/>
              <a:gd name="connsiteY7" fmla="*/ 6622359 h 6857997"/>
              <a:gd name="connsiteX8" fmla="*/ 952588 w 11571707"/>
              <a:gd name="connsiteY8" fmla="*/ 6628089 h 6857997"/>
              <a:gd name="connsiteX9" fmla="*/ 952588 w 11571707"/>
              <a:gd name="connsiteY9" fmla="*/ 6627987 h 6857997"/>
              <a:gd name="connsiteX10" fmla="*/ 947777 w 11571707"/>
              <a:gd name="connsiteY10" fmla="*/ 6627987 h 6857997"/>
              <a:gd name="connsiteX11" fmla="*/ 1166036 w 11571707"/>
              <a:gd name="connsiteY11" fmla="*/ 6616014 h 6857997"/>
              <a:gd name="connsiteX12" fmla="*/ 1174733 w 11571707"/>
              <a:gd name="connsiteY12" fmla="*/ 6627986 h 6857997"/>
              <a:gd name="connsiteX13" fmla="*/ 1166036 w 11571707"/>
              <a:gd name="connsiteY13" fmla="*/ 6639958 h 6857997"/>
              <a:gd name="connsiteX14" fmla="*/ 1157338 w 11571707"/>
              <a:gd name="connsiteY14" fmla="*/ 6627986 h 6857997"/>
              <a:gd name="connsiteX15" fmla="*/ 1166036 w 11571707"/>
              <a:gd name="connsiteY15" fmla="*/ 6616014 h 6857997"/>
              <a:gd name="connsiteX16" fmla="*/ 842895 w 11571707"/>
              <a:gd name="connsiteY16" fmla="*/ 6616014 h 6857997"/>
              <a:gd name="connsiteX17" fmla="*/ 851592 w 11571707"/>
              <a:gd name="connsiteY17" fmla="*/ 6627986 h 6857997"/>
              <a:gd name="connsiteX18" fmla="*/ 842895 w 11571707"/>
              <a:gd name="connsiteY18" fmla="*/ 6639958 h 6857997"/>
              <a:gd name="connsiteX19" fmla="*/ 834197 w 11571707"/>
              <a:gd name="connsiteY19" fmla="*/ 6627986 h 6857997"/>
              <a:gd name="connsiteX20" fmla="*/ 842895 w 11571707"/>
              <a:gd name="connsiteY20" fmla="*/ 6616014 h 6857997"/>
              <a:gd name="connsiteX21" fmla="*/ 1341115 w 11571707"/>
              <a:gd name="connsiteY21" fmla="*/ 6614173 h 6857997"/>
              <a:gd name="connsiteX22" fmla="*/ 1345720 w 11571707"/>
              <a:gd name="connsiteY22" fmla="*/ 6631261 h 6857997"/>
              <a:gd name="connsiteX23" fmla="*/ 1336510 w 11571707"/>
              <a:gd name="connsiteY23" fmla="*/ 6631261 h 6857997"/>
              <a:gd name="connsiteX24" fmla="*/ 1011219 w 11571707"/>
              <a:gd name="connsiteY24" fmla="*/ 6614173 h 6857997"/>
              <a:gd name="connsiteX25" fmla="*/ 1015824 w 11571707"/>
              <a:gd name="connsiteY25" fmla="*/ 6631261 h 6857997"/>
              <a:gd name="connsiteX26" fmla="*/ 1006614 w 11571707"/>
              <a:gd name="connsiteY26" fmla="*/ 6631261 h 6857997"/>
              <a:gd name="connsiteX27" fmla="*/ 1413662 w 11571707"/>
              <a:gd name="connsiteY27" fmla="*/ 6610080 h 6857997"/>
              <a:gd name="connsiteX28" fmla="*/ 1413662 w 11571707"/>
              <a:gd name="connsiteY28" fmla="*/ 6646098 h 6857997"/>
              <a:gd name="connsiteX29" fmla="*/ 1421643 w 11571707"/>
              <a:gd name="connsiteY29" fmla="*/ 6646098 h 6857997"/>
              <a:gd name="connsiteX30" fmla="*/ 1421643 w 11571707"/>
              <a:gd name="connsiteY30" fmla="*/ 6630647 h 6857997"/>
              <a:gd name="connsiteX31" fmla="*/ 1434434 w 11571707"/>
              <a:gd name="connsiteY31" fmla="*/ 6630647 h 6857997"/>
              <a:gd name="connsiteX32" fmla="*/ 1434434 w 11571707"/>
              <a:gd name="connsiteY32" fmla="*/ 6646098 h 6857997"/>
              <a:gd name="connsiteX33" fmla="*/ 1442415 w 11571707"/>
              <a:gd name="connsiteY33" fmla="*/ 6646098 h 6857997"/>
              <a:gd name="connsiteX34" fmla="*/ 1442415 w 11571707"/>
              <a:gd name="connsiteY34" fmla="*/ 6610080 h 6857997"/>
              <a:gd name="connsiteX35" fmla="*/ 1434434 w 11571707"/>
              <a:gd name="connsiteY35" fmla="*/ 6610080 h 6857997"/>
              <a:gd name="connsiteX36" fmla="*/ 1434434 w 11571707"/>
              <a:gd name="connsiteY36" fmla="*/ 6624099 h 6857997"/>
              <a:gd name="connsiteX37" fmla="*/ 1421643 w 11571707"/>
              <a:gd name="connsiteY37" fmla="*/ 6624099 h 6857997"/>
              <a:gd name="connsiteX38" fmla="*/ 1421643 w 11571707"/>
              <a:gd name="connsiteY38" fmla="*/ 6610080 h 6857997"/>
              <a:gd name="connsiteX39" fmla="*/ 1381635 w 11571707"/>
              <a:gd name="connsiteY39" fmla="*/ 6610080 h 6857997"/>
              <a:gd name="connsiteX40" fmla="*/ 1381635 w 11571707"/>
              <a:gd name="connsiteY40" fmla="*/ 6616629 h 6857997"/>
              <a:gd name="connsiteX41" fmla="*/ 1391663 w 11571707"/>
              <a:gd name="connsiteY41" fmla="*/ 6616629 h 6857997"/>
              <a:gd name="connsiteX42" fmla="*/ 1391663 w 11571707"/>
              <a:gd name="connsiteY42" fmla="*/ 6646098 h 6857997"/>
              <a:gd name="connsiteX43" fmla="*/ 1399644 w 11571707"/>
              <a:gd name="connsiteY43" fmla="*/ 6646098 h 6857997"/>
              <a:gd name="connsiteX44" fmla="*/ 1399644 w 11571707"/>
              <a:gd name="connsiteY44" fmla="*/ 6616629 h 6857997"/>
              <a:gd name="connsiteX45" fmla="*/ 1409672 w 11571707"/>
              <a:gd name="connsiteY45" fmla="*/ 6616629 h 6857997"/>
              <a:gd name="connsiteX46" fmla="*/ 1409672 w 11571707"/>
              <a:gd name="connsiteY46" fmla="*/ 6610080 h 6857997"/>
              <a:gd name="connsiteX47" fmla="*/ 1361886 w 11571707"/>
              <a:gd name="connsiteY47" fmla="*/ 6610080 h 6857997"/>
              <a:gd name="connsiteX48" fmla="*/ 1361886 w 11571707"/>
              <a:gd name="connsiteY48" fmla="*/ 6646098 h 6857997"/>
              <a:gd name="connsiteX49" fmla="*/ 1384193 w 11571707"/>
              <a:gd name="connsiteY49" fmla="*/ 6646098 h 6857997"/>
              <a:gd name="connsiteX50" fmla="*/ 1384193 w 11571707"/>
              <a:gd name="connsiteY50" fmla="*/ 6639447 h 6857997"/>
              <a:gd name="connsiteX51" fmla="*/ 1369867 w 11571707"/>
              <a:gd name="connsiteY51" fmla="*/ 6639447 h 6857997"/>
              <a:gd name="connsiteX52" fmla="*/ 1369867 w 11571707"/>
              <a:gd name="connsiteY52" fmla="*/ 6610080 h 6857997"/>
              <a:gd name="connsiteX53" fmla="*/ 1334976 w 11571707"/>
              <a:gd name="connsiteY53" fmla="*/ 6610080 h 6857997"/>
              <a:gd name="connsiteX54" fmla="*/ 1324436 w 11571707"/>
              <a:gd name="connsiteY54" fmla="*/ 6646098 h 6857997"/>
              <a:gd name="connsiteX55" fmla="*/ 1332622 w 11571707"/>
              <a:gd name="connsiteY55" fmla="*/ 6646098 h 6857997"/>
              <a:gd name="connsiteX56" fmla="*/ 1334873 w 11571707"/>
              <a:gd name="connsiteY56" fmla="*/ 6637708 h 6857997"/>
              <a:gd name="connsiteX57" fmla="*/ 1347459 w 11571707"/>
              <a:gd name="connsiteY57" fmla="*/ 6637708 h 6857997"/>
              <a:gd name="connsiteX58" fmla="*/ 1349710 w 11571707"/>
              <a:gd name="connsiteY58" fmla="*/ 6646098 h 6857997"/>
              <a:gd name="connsiteX59" fmla="*/ 1357896 w 11571707"/>
              <a:gd name="connsiteY59" fmla="*/ 6646098 h 6857997"/>
              <a:gd name="connsiteX60" fmla="*/ 1347357 w 11571707"/>
              <a:gd name="connsiteY60" fmla="*/ 6610080 h 6857997"/>
              <a:gd name="connsiteX61" fmla="*/ 1298547 w 11571707"/>
              <a:gd name="connsiteY61" fmla="*/ 6610080 h 6857997"/>
              <a:gd name="connsiteX62" fmla="*/ 1298547 w 11571707"/>
              <a:gd name="connsiteY62" fmla="*/ 6646098 h 6857997"/>
              <a:gd name="connsiteX63" fmla="*/ 1321775 w 11571707"/>
              <a:gd name="connsiteY63" fmla="*/ 6646098 h 6857997"/>
              <a:gd name="connsiteX64" fmla="*/ 1321775 w 11571707"/>
              <a:gd name="connsiteY64" fmla="*/ 6639550 h 6857997"/>
              <a:gd name="connsiteX65" fmla="*/ 1306528 w 11571707"/>
              <a:gd name="connsiteY65" fmla="*/ 6639550 h 6857997"/>
              <a:gd name="connsiteX66" fmla="*/ 1306528 w 11571707"/>
              <a:gd name="connsiteY66" fmla="*/ 6630238 h 6857997"/>
              <a:gd name="connsiteX67" fmla="*/ 1320240 w 11571707"/>
              <a:gd name="connsiteY67" fmla="*/ 6630238 h 6857997"/>
              <a:gd name="connsiteX68" fmla="*/ 1320240 w 11571707"/>
              <a:gd name="connsiteY68" fmla="*/ 6623996 h 6857997"/>
              <a:gd name="connsiteX69" fmla="*/ 1306528 w 11571707"/>
              <a:gd name="connsiteY69" fmla="*/ 6623996 h 6857997"/>
              <a:gd name="connsiteX70" fmla="*/ 1306528 w 11571707"/>
              <a:gd name="connsiteY70" fmla="*/ 6616629 h 6857997"/>
              <a:gd name="connsiteX71" fmla="*/ 1321468 w 11571707"/>
              <a:gd name="connsiteY71" fmla="*/ 6616629 h 6857997"/>
              <a:gd name="connsiteX72" fmla="*/ 1321468 w 11571707"/>
              <a:gd name="connsiteY72" fmla="*/ 6610080 h 6857997"/>
              <a:gd name="connsiteX73" fmla="*/ 1263961 w 11571707"/>
              <a:gd name="connsiteY73" fmla="*/ 6610080 h 6857997"/>
              <a:gd name="connsiteX74" fmla="*/ 1263961 w 11571707"/>
              <a:gd name="connsiteY74" fmla="*/ 6646098 h 6857997"/>
              <a:gd name="connsiteX75" fmla="*/ 1271942 w 11571707"/>
              <a:gd name="connsiteY75" fmla="*/ 6646098 h 6857997"/>
              <a:gd name="connsiteX76" fmla="*/ 1271942 w 11571707"/>
              <a:gd name="connsiteY76" fmla="*/ 6630647 h 6857997"/>
              <a:gd name="connsiteX77" fmla="*/ 1284733 w 11571707"/>
              <a:gd name="connsiteY77" fmla="*/ 6630647 h 6857997"/>
              <a:gd name="connsiteX78" fmla="*/ 1284733 w 11571707"/>
              <a:gd name="connsiteY78" fmla="*/ 6646098 h 6857997"/>
              <a:gd name="connsiteX79" fmla="*/ 1292714 w 11571707"/>
              <a:gd name="connsiteY79" fmla="*/ 6646098 h 6857997"/>
              <a:gd name="connsiteX80" fmla="*/ 1292714 w 11571707"/>
              <a:gd name="connsiteY80" fmla="*/ 6610080 h 6857997"/>
              <a:gd name="connsiteX81" fmla="*/ 1284733 w 11571707"/>
              <a:gd name="connsiteY81" fmla="*/ 6610080 h 6857997"/>
              <a:gd name="connsiteX82" fmla="*/ 1284733 w 11571707"/>
              <a:gd name="connsiteY82" fmla="*/ 6624099 h 6857997"/>
              <a:gd name="connsiteX83" fmla="*/ 1271942 w 11571707"/>
              <a:gd name="connsiteY83" fmla="*/ 6624099 h 6857997"/>
              <a:gd name="connsiteX84" fmla="*/ 1271942 w 11571707"/>
              <a:gd name="connsiteY84" fmla="*/ 6610080 h 6857997"/>
              <a:gd name="connsiteX85" fmla="*/ 1224362 w 11571707"/>
              <a:gd name="connsiteY85" fmla="*/ 6610080 h 6857997"/>
              <a:gd name="connsiteX86" fmla="*/ 1224362 w 11571707"/>
              <a:gd name="connsiteY86" fmla="*/ 6646098 h 6857997"/>
              <a:gd name="connsiteX87" fmla="*/ 1247590 w 11571707"/>
              <a:gd name="connsiteY87" fmla="*/ 6646098 h 6857997"/>
              <a:gd name="connsiteX88" fmla="*/ 1247590 w 11571707"/>
              <a:gd name="connsiteY88" fmla="*/ 6639550 h 6857997"/>
              <a:gd name="connsiteX89" fmla="*/ 1232343 w 11571707"/>
              <a:gd name="connsiteY89" fmla="*/ 6639550 h 6857997"/>
              <a:gd name="connsiteX90" fmla="*/ 1232343 w 11571707"/>
              <a:gd name="connsiteY90" fmla="*/ 6630238 h 6857997"/>
              <a:gd name="connsiteX91" fmla="*/ 1246055 w 11571707"/>
              <a:gd name="connsiteY91" fmla="*/ 6630238 h 6857997"/>
              <a:gd name="connsiteX92" fmla="*/ 1246055 w 11571707"/>
              <a:gd name="connsiteY92" fmla="*/ 6623996 h 6857997"/>
              <a:gd name="connsiteX93" fmla="*/ 1232343 w 11571707"/>
              <a:gd name="connsiteY93" fmla="*/ 6623996 h 6857997"/>
              <a:gd name="connsiteX94" fmla="*/ 1232343 w 11571707"/>
              <a:gd name="connsiteY94" fmla="*/ 6616629 h 6857997"/>
              <a:gd name="connsiteX95" fmla="*/ 1247181 w 11571707"/>
              <a:gd name="connsiteY95" fmla="*/ 6616629 h 6857997"/>
              <a:gd name="connsiteX96" fmla="*/ 1247181 w 11571707"/>
              <a:gd name="connsiteY96" fmla="*/ 6610080 h 6857997"/>
              <a:gd name="connsiteX97" fmla="*/ 1188138 w 11571707"/>
              <a:gd name="connsiteY97" fmla="*/ 6610080 h 6857997"/>
              <a:gd name="connsiteX98" fmla="*/ 1188138 w 11571707"/>
              <a:gd name="connsiteY98" fmla="*/ 6646098 h 6857997"/>
              <a:gd name="connsiteX99" fmla="*/ 1195198 w 11571707"/>
              <a:gd name="connsiteY99" fmla="*/ 6646098 h 6857997"/>
              <a:gd name="connsiteX100" fmla="*/ 1195198 w 11571707"/>
              <a:gd name="connsiteY100" fmla="*/ 6621029 h 6857997"/>
              <a:gd name="connsiteX101" fmla="*/ 1207989 w 11571707"/>
              <a:gd name="connsiteY101" fmla="*/ 6646098 h 6857997"/>
              <a:gd name="connsiteX102" fmla="*/ 1217403 w 11571707"/>
              <a:gd name="connsiteY102" fmla="*/ 6646098 h 6857997"/>
              <a:gd name="connsiteX103" fmla="*/ 1217403 w 11571707"/>
              <a:gd name="connsiteY103" fmla="*/ 6610080 h 6857997"/>
              <a:gd name="connsiteX104" fmla="*/ 1210240 w 11571707"/>
              <a:gd name="connsiteY104" fmla="*/ 6610080 h 6857997"/>
              <a:gd name="connsiteX105" fmla="*/ 1210240 w 11571707"/>
              <a:gd name="connsiteY105" fmla="*/ 6634024 h 6857997"/>
              <a:gd name="connsiteX106" fmla="*/ 1196938 w 11571707"/>
              <a:gd name="connsiteY106" fmla="*/ 6610080 h 6857997"/>
              <a:gd name="connsiteX107" fmla="*/ 1094000 w 11571707"/>
              <a:gd name="connsiteY107" fmla="*/ 6610080 h 6857997"/>
              <a:gd name="connsiteX108" fmla="*/ 1094000 w 11571707"/>
              <a:gd name="connsiteY108" fmla="*/ 6616629 h 6857997"/>
              <a:gd name="connsiteX109" fmla="*/ 1104028 w 11571707"/>
              <a:gd name="connsiteY109" fmla="*/ 6616629 h 6857997"/>
              <a:gd name="connsiteX110" fmla="*/ 1104028 w 11571707"/>
              <a:gd name="connsiteY110" fmla="*/ 6646098 h 6857997"/>
              <a:gd name="connsiteX111" fmla="*/ 1112009 w 11571707"/>
              <a:gd name="connsiteY111" fmla="*/ 6646098 h 6857997"/>
              <a:gd name="connsiteX112" fmla="*/ 1112009 w 11571707"/>
              <a:gd name="connsiteY112" fmla="*/ 6616629 h 6857997"/>
              <a:gd name="connsiteX113" fmla="*/ 1122139 w 11571707"/>
              <a:gd name="connsiteY113" fmla="*/ 6616629 h 6857997"/>
              <a:gd name="connsiteX114" fmla="*/ 1122139 w 11571707"/>
              <a:gd name="connsiteY114" fmla="*/ 6610080 h 6857997"/>
              <a:gd name="connsiteX115" fmla="*/ 1068317 w 11571707"/>
              <a:gd name="connsiteY115" fmla="*/ 6610080 h 6857997"/>
              <a:gd name="connsiteX116" fmla="*/ 1068317 w 11571707"/>
              <a:gd name="connsiteY116" fmla="*/ 6646098 h 6857997"/>
              <a:gd name="connsiteX117" fmla="*/ 1091545 w 11571707"/>
              <a:gd name="connsiteY117" fmla="*/ 6646098 h 6857997"/>
              <a:gd name="connsiteX118" fmla="*/ 1091545 w 11571707"/>
              <a:gd name="connsiteY118" fmla="*/ 6639550 h 6857997"/>
              <a:gd name="connsiteX119" fmla="*/ 1076298 w 11571707"/>
              <a:gd name="connsiteY119" fmla="*/ 6639550 h 6857997"/>
              <a:gd name="connsiteX120" fmla="*/ 1076298 w 11571707"/>
              <a:gd name="connsiteY120" fmla="*/ 6630238 h 6857997"/>
              <a:gd name="connsiteX121" fmla="*/ 1090010 w 11571707"/>
              <a:gd name="connsiteY121" fmla="*/ 6630238 h 6857997"/>
              <a:gd name="connsiteX122" fmla="*/ 1090010 w 11571707"/>
              <a:gd name="connsiteY122" fmla="*/ 6623996 h 6857997"/>
              <a:gd name="connsiteX123" fmla="*/ 1076298 w 11571707"/>
              <a:gd name="connsiteY123" fmla="*/ 6623996 h 6857997"/>
              <a:gd name="connsiteX124" fmla="*/ 1076298 w 11571707"/>
              <a:gd name="connsiteY124" fmla="*/ 6616629 h 6857997"/>
              <a:gd name="connsiteX125" fmla="*/ 1091136 w 11571707"/>
              <a:gd name="connsiteY125" fmla="*/ 6616629 h 6857997"/>
              <a:gd name="connsiteX126" fmla="*/ 1091136 w 11571707"/>
              <a:gd name="connsiteY126" fmla="*/ 6610080 h 6857997"/>
              <a:gd name="connsiteX127" fmla="*/ 1032093 w 11571707"/>
              <a:gd name="connsiteY127" fmla="*/ 6610080 h 6857997"/>
              <a:gd name="connsiteX128" fmla="*/ 1032093 w 11571707"/>
              <a:gd name="connsiteY128" fmla="*/ 6646098 h 6857997"/>
              <a:gd name="connsiteX129" fmla="*/ 1039153 w 11571707"/>
              <a:gd name="connsiteY129" fmla="*/ 6646098 h 6857997"/>
              <a:gd name="connsiteX130" fmla="*/ 1039153 w 11571707"/>
              <a:gd name="connsiteY130" fmla="*/ 6621029 h 6857997"/>
              <a:gd name="connsiteX131" fmla="*/ 1051944 w 11571707"/>
              <a:gd name="connsiteY131" fmla="*/ 6646098 h 6857997"/>
              <a:gd name="connsiteX132" fmla="*/ 1061358 w 11571707"/>
              <a:gd name="connsiteY132" fmla="*/ 6646098 h 6857997"/>
              <a:gd name="connsiteX133" fmla="*/ 1061358 w 11571707"/>
              <a:gd name="connsiteY133" fmla="*/ 6610080 h 6857997"/>
              <a:gd name="connsiteX134" fmla="*/ 1054195 w 11571707"/>
              <a:gd name="connsiteY134" fmla="*/ 6610080 h 6857997"/>
              <a:gd name="connsiteX135" fmla="*/ 1054195 w 11571707"/>
              <a:gd name="connsiteY135" fmla="*/ 6634024 h 6857997"/>
              <a:gd name="connsiteX136" fmla="*/ 1040893 w 11571707"/>
              <a:gd name="connsiteY136" fmla="*/ 6610080 h 6857997"/>
              <a:gd name="connsiteX137" fmla="*/ 1005079 w 11571707"/>
              <a:gd name="connsiteY137" fmla="*/ 6610080 h 6857997"/>
              <a:gd name="connsiteX138" fmla="*/ 994540 w 11571707"/>
              <a:gd name="connsiteY138" fmla="*/ 6646098 h 6857997"/>
              <a:gd name="connsiteX139" fmla="*/ 1002726 w 11571707"/>
              <a:gd name="connsiteY139" fmla="*/ 6646098 h 6857997"/>
              <a:gd name="connsiteX140" fmla="*/ 1004977 w 11571707"/>
              <a:gd name="connsiteY140" fmla="*/ 6637708 h 6857997"/>
              <a:gd name="connsiteX141" fmla="*/ 1017563 w 11571707"/>
              <a:gd name="connsiteY141" fmla="*/ 6637708 h 6857997"/>
              <a:gd name="connsiteX142" fmla="*/ 1019814 w 11571707"/>
              <a:gd name="connsiteY142" fmla="*/ 6646098 h 6857997"/>
              <a:gd name="connsiteX143" fmla="*/ 1028000 w 11571707"/>
              <a:gd name="connsiteY143" fmla="*/ 6646098 h 6857997"/>
              <a:gd name="connsiteX144" fmla="*/ 1017461 w 11571707"/>
              <a:gd name="connsiteY144" fmla="*/ 6610080 h 6857997"/>
              <a:gd name="connsiteX145" fmla="*/ 970698 w 11571707"/>
              <a:gd name="connsiteY145" fmla="*/ 6610080 h 6857997"/>
              <a:gd name="connsiteX146" fmla="*/ 970698 w 11571707"/>
              <a:gd name="connsiteY146" fmla="*/ 6646098 h 6857997"/>
              <a:gd name="connsiteX147" fmla="*/ 993005 w 11571707"/>
              <a:gd name="connsiteY147" fmla="*/ 6646098 h 6857997"/>
              <a:gd name="connsiteX148" fmla="*/ 993005 w 11571707"/>
              <a:gd name="connsiteY148" fmla="*/ 6639447 h 6857997"/>
              <a:gd name="connsiteX149" fmla="*/ 978679 w 11571707"/>
              <a:gd name="connsiteY149" fmla="*/ 6639447 h 6857997"/>
              <a:gd name="connsiteX150" fmla="*/ 978679 w 11571707"/>
              <a:gd name="connsiteY150" fmla="*/ 6610080 h 6857997"/>
              <a:gd name="connsiteX151" fmla="*/ 939797 w 11571707"/>
              <a:gd name="connsiteY151" fmla="*/ 6610080 h 6857997"/>
              <a:gd name="connsiteX152" fmla="*/ 939797 w 11571707"/>
              <a:gd name="connsiteY152" fmla="*/ 6646098 h 6857997"/>
              <a:gd name="connsiteX153" fmla="*/ 947777 w 11571707"/>
              <a:gd name="connsiteY153" fmla="*/ 6646098 h 6857997"/>
              <a:gd name="connsiteX154" fmla="*/ 947777 w 11571707"/>
              <a:gd name="connsiteY154" fmla="*/ 6634638 h 6857997"/>
              <a:gd name="connsiteX155" fmla="*/ 952178 w 11571707"/>
              <a:gd name="connsiteY155" fmla="*/ 6634638 h 6857997"/>
              <a:gd name="connsiteX156" fmla="*/ 966605 w 11571707"/>
              <a:gd name="connsiteY156" fmla="*/ 6622359 h 6857997"/>
              <a:gd name="connsiteX157" fmla="*/ 952178 w 11571707"/>
              <a:gd name="connsiteY157" fmla="*/ 6610080 h 6857997"/>
              <a:gd name="connsiteX158" fmla="*/ 900197 w 11571707"/>
              <a:gd name="connsiteY158" fmla="*/ 6610080 h 6857997"/>
              <a:gd name="connsiteX159" fmla="*/ 900197 w 11571707"/>
              <a:gd name="connsiteY159" fmla="*/ 6646098 h 6857997"/>
              <a:gd name="connsiteX160" fmla="*/ 923425 w 11571707"/>
              <a:gd name="connsiteY160" fmla="*/ 6646098 h 6857997"/>
              <a:gd name="connsiteX161" fmla="*/ 923425 w 11571707"/>
              <a:gd name="connsiteY161" fmla="*/ 6639550 h 6857997"/>
              <a:gd name="connsiteX162" fmla="*/ 908076 w 11571707"/>
              <a:gd name="connsiteY162" fmla="*/ 6639550 h 6857997"/>
              <a:gd name="connsiteX163" fmla="*/ 908076 w 11571707"/>
              <a:gd name="connsiteY163" fmla="*/ 6630238 h 6857997"/>
              <a:gd name="connsiteX164" fmla="*/ 921890 w 11571707"/>
              <a:gd name="connsiteY164" fmla="*/ 6630238 h 6857997"/>
              <a:gd name="connsiteX165" fmla="*/ 921890 w 11571707"/>
              <a:gd name="connsiteY165" fmla="*/ 6623996 h 6857997"/>
              <a:gd name="connsiteX166" fmla="*/ 908076 w 11571707"/>
              <a:gd name="connsiteY166" fmla="*/ 6623996 h 6857997"/>
              <a:gd name="connsiteX167" fmla="*/ 908076 w 11571707"/>
              <a:gd name="connsiteY167" fmla="*/ 6616629 h 6857997"/>
              <a:gd name="connsiteX168" fmla="*/ 923016 w 11571707"/>
              <a:gd name="connsiteY168" fmla="*/ 6616629 h 6857997"/>
              <a:gd name="connsiteX169" fmla="*/ 923016 w 11571707"/>
              <a:gd name="connsiteY169" fmla="*/ 6610080 h 6857997"/>
              <a:gd name="connsiteX170" fmla="*/ 863974 w 11571707"/>
              <a:gd name="connsiteY170" fmla="*/ 6610080 h 6857997"/>
              <a:gd name="connsiteX171" fmla="*/ 863974 w 11571707"/>
              <a:gd name="connsiteY171" fmla="*/ 6646098 h 6857997"/>
              <a:gd name="connsiteX172" fmla="*/ 871034 w 11571707"/>
              <a:gd name="connsiteY172" fmla="*/ 6646098 h 6857997"/>
              <a:gd name="connsiteX173" fmla="*/ 871034 w 11571707"/>
              <a:gd name="connsiteY173" fmla="*/ 6621029 h 6857997"/>
              <a:gd name="connsiteX174" fmla="*/ 883825 w 11571707"/>
              <a:gd name="connsiteY174" fmla="*/ 6646098 h 6857997"/>
              <a:gd name="connsiteX175" fmla="*/ 893239 w 11571707"/>
              <a:gd name="connsiteY175" fmla="*/ 6646098 h 6857997"/>
              <a:gd name="connsiteX176" fmla="*/ 893239 w 11571707"/>
              <a:gd name="connsiteY176" fmla="*/ 6610080 h 6857997"/>
              <a:gd name="connsiteX177" fmla="*/ 886076 w 11571707"/>
              <a:gd name="connsiteY177" fmla="*/ 6610080 h 6857997"/>
              <a:gd name="connsiteX178" fmla="*/ 886076 w 11571707"/>
              <a:gd name="connsiteY178" fmla="*/ 6634024 h 6857997"/>
              <a:gd name="connsiteX179" fmla="*/ 872774 w 11571707"/>
              <a:gd name="connsiteY179" fmla="*/ 6610080 h 6857997"/>
              <a:gd name="connsiteX180" fmla="*/ 1165933 w 11571707"/>
              <a:gd name="connsiteY180" fmla="*/ 6609568 h 6857997"/>
              <a:gd name="connsiteX181" fmla="*/ 1149152 w 11571707"/>
              <a:gd name="connsiteY181" fmla="*/ 6628089 h 6857997"/>
              <a:gd name="connsiteX182" fmla="*/ 1165933 w 11571707"/>
              <a:gd name="connsiteY182" fmla="*/ 6646610 h 6857997"/>
              <a:gd name="connsiteX183" fmla="*/ 1182715 w 11571707"/>
              <a:gd name="connsiteY183" fmla="*/ 6628089 h 6857997"/>
              <a:gd name="connsiteX184" fmla="*/ 1165933 w 11571707"/>
              <a:gd name="connsiteY184" fmla="*/ 6609568 h 6857997"/>
              <a:gd name="connsiteX185" fmla="*/ 842792 w 11571707"/>
              <a:gd name="connsiteY185" fmla="*/ 6609568 h 6857997"/>
              <a:gd name="connsiteX186" fmla="*/ 826011 w 11571707"/>
              <a:gd name="connsiteY186" fmla="*/ 6628089 h 6857997"/>
              <a:gd name="connsiteX187" fmla="*/ 842792 w 11571707"/>
              <a:gd name="connsiteY187" fmla="*/ 6646610 h 6857997"/>
              <a:gd name="connsiteX188" fmla="*/ 859574 w 11571707"/>
              <a:gd name="connsiteY188" fmla="*/ 6628089 h 6857997"/>
              <a:gd name="connsiteX189" fmla="*/ 842792 w 11571707"/>
              <a:gd name="connsiteY189" fmla="*/ 6609568 h 6857997"/>
              <a:gd name="connsiteX190" fmla="*/ 574803 w 11571707"/>
              <a:gd name="connsiteY190" fmla="*/ 6579280 h 6857997"/>
              <a:gd name="connsiteX191" fmla="*/ 614505 w 11571707"/>
              <a:gd name="connsiteY191" fmla="*/ 6640573 h 6857997"/>
              <a:gd name="connsiteX192" fmla="*/ 614607 w 11571707"/>
              <a:gd name="connsiteY192" fmla="*/ 6640675 h 6857997"/>
              <a:gd name="connsiteX193" fmla="*/ 620133 w 11571707"/>
              <a:gd name="connsiteY193" fmla="*/ 6628908 h 6857997"/>
              <a:gd name="connsiteX194" fmla="*/ 616142 w 11571707"/>
              <a:gd name="connsiteY194" fmla="*/ 6618982 h 6857997"/>
              <a:gd name="connsiteX195" fmla="*/ 614914 w 11571707"/>
              <a:gd name="connsiteY195" fmla="*/ 6623075 h 6857997"/>
              <a:gd name="connsiteX196" fmla="*/ 613584 w 11571707"/>
              <a:gd name="connsiteY196" fmla="*/ 6623178 h 6857997"/>
              <a:gd name="connsiteX197" fmla="*/ 575007 w 11571707"/>
              <a:gd name="connsiteY197" fmla="*/ 6579690 h 6857997"/>
              <a:gd name="connsiteX198" fmla="*/ 574803 w 11571707"/>
              <a:gd name="connsiteY198" fmla="*/ 6579280 h 6857997"/>
              <a:gd name="connsiteX199" fmla="*/ 688077 w 11571707"/>
              <a:gd name="connsiteY199" fmla="*/ 6538964 h 6857997"/>
              <a:gd name="connsiteX200" fmla="*/ 686849 w 11571707"/>
              <a:gd name="connsiteY200" fmla="*/ 6539988 h 6857997"/>
              <a:gd name="connsiteX201" fmla="*/ 685007 w 11571707"/>
              <a:gd name="connsiteY201" fmla="*/ 6540908 h 6857997"/>
              <a:gd name="connsiteX202" fmla="*/ 681323 w 11571707"/>
              <a:gd name="connsiteY202" fmla="*/ 6546025 h 6857997"/>
              <a:gd name="connsiteX203" fmla="*/ 679789 w 11571707"/>
              <a:gd name="connsiteY203" fmla="*/ 6551243 h 6857997"/>
              <a:gd name="connsiteX204" fmla="*/ 680709 w 11571707"/>
              <a:gd name="connsiteY204" fmla="*/ 6551448 h 6857997"/>
              <a:gd name="connsiteX205" fmla="*/ 684496 w 11571707"/>
              <a:gd name="connsiteY205" fmla="*/ 6550629 h 6857997"/>
              <a:gd name="connsiteX206" fmla="*/ 687872 w 11571707"/>
              <a:gd name="connsiteY206" fmla="*/ 6549197 h 6857997"/>
              <a:gd name="connsiteX207" fmla="*/ 690430 w 11571707"/>
              <a:gd name="connsiteY207" fmla="*/ 6547560 h 6857997"/>
              <a:gd name="connsiteX208" fmla="*/ 690328 w 11571707"/>
              <a:gd name="connsiteY208" fmla="*/ 6547048 h 6857997"/>
              <a:gd name="connsiteX209" fmla="*/ 689509 w 11571707"/>
              <a:gd name="connsiteY209" fmla="*/ 6546843 h 6857997"/>
              <a:gd name="connsiteX210" fmla="*/ 689100 w 11571707"/>
              <a:gd name="connsiteY210" fmla="*/ 6546434 h 6857997"/>
              <a:gd name="connsiteX211" fmla="*/ 688486 w 11571707"/>
              <a:gd name="connsiteY211" fmla="*/ 6544183 h 6857997"/>
              <a:gd name="connsiteX212" fmla="*/ 687156 w 11571707"/>
              <a:gd name="connsiteY212" fmla="*/ 6542443 h 6857997"/>
              <a:gd name="connsiteX213" fmla="*/ 687156 w 11571707"/>
              <a:gd name="connsiteY213" fmla="*/ 6542034 h 6857997"/>
              <a:gd name="connsiteX214" fmla="*/ 688282 w 11571707"/>
              <a:gd name="connsiteY214" fmla="*/ 6539681 h 6857997"/>
              <a:gd name="connsiteX215" fmla="*/ 688384 w 11571707"/>
              <a:gd name="connsiteY215" fmla="*/ 6538964 h 6857997"/>
              <a:gd name="connsiteX216" fmla="*/ 688077 w 11571707"/>
              <a:gd name="connsiteY216" fmla="*/ 6538964 h 6857997"/>
              <a:gd name="connsiteX217" fmla="*/ 685928 w 11571707"/>
              <a:gd name="connsiteY217" fmla="*/ 6530267 h 6857997"/>
              <a:gd name="connsiteX218" fmla="*/ 683472 w 11571707"/>
              <a:gd name="connsiteY218" fmla="*/ 6531188 h 6857997"/>
              <a:gd name="connsiteX219" fmla="*/ 676003 w 11571707"/>
              <a:gd name="connsiteY219" fmla="*/ 6537941 h 6857997"/>
              <a:gd name="connsiteX220" fmla="*/ 672728 w 11571707"/>
              <a:gd name="connsiteY220" fmla="*/ 6545615 h 6857997"/>
              <a:gd name="connsiteX221" fmla="*/ 672216 w 11571707"/>
              <a:gd name="connsiteY221" fmla="*/ 6549504 h 6857997"/>
              <a:gd name="connsiteX222" fmla="*/ 672830 w 11571707"/>
              <a:gd name="connsiteY222" fmla="*/ 6549606 h 6857997"/>
              <a:gd name="connsiteX223" fmla="*/ 673751 w 11571707"/>
              <a:gd name="connsiteY223" fmla="*/ 6547662 h 6857997"/>
              <a:gd name="connsiteX224" fmla="*/ 677435 w 11571707"/>
              <a:gd name="connsiteY224" fmla="*/ 6541522 h 6857997"/>
              <a:gd name="connsiteX225" fmla="*/ 684598 w 11571707"/>
              <a:gd name="connsiteY225" fmla="*/ 6534667 h 6857997"/>
              <a:gd name="connsiteX226" fmla="*/ 687872 w 11571707"/>
              <a:gd name="connsiteY226" fmla="*/ 6534871 h 6857997"/>
              <a:gd name="connsiteX227" fmla="*/ 688589 w 11571707"/>
              <a:gd name="connsiteY227" fmla="*/ 6534564 h 6857997"/>
              <a:gd name="connsiteX228" fmla="*/ 688486 w 11571707"/>
              <a:gd name="connsiteY228" fmla="*/ 6532415 h 6857997"/>
              <a:gd name="connsiteX229" fmla="*/ 685928 w 11571707"/>
              <a:gd name="connsiteY229" fmla="*/ 6530267 h 6857997"/>
              <a:gd name="connsiteX230" fmla="*/ 1312156 w 11571707"/>
              <a:gd name="connsiteY230" fmla="*/ 6518067 h 6857997"/>
              <a:gd name="connsiteX231" fmla="*/ 1312258 w 11571707"/>
              <a:gd name="connsiteY231" fmla="*/ 6518192 h 6857997"/>
              <a:gd name="connsiteX232" fmla="*/ 1312156 w 11571707"/>
              <a:gd name="connsiteY232" fmla="*/ 6518192 h 6857997"/>
              <a:gd name="connsiteX233" fmla="*/ 970593 w 11571707"/>
              <a:gd name="connsiteY233" fmla="*/ 6484731 h 6857997"/>
              <a:gd name="connsiteX234" fmla="*/ 990853 w 11571707"/>
              <a:gd name="connsiteY234" fmla="*/ 6529959 h 6857997"/>
              <a:gd name="connsiteX235" fmla="*/ 950435 w 11571707"/>
              <a:gd name="connsiteY235" fmla="*/ 6529959 h 6857997"/>
              <a:gd name="connsiteX236" fmla="*/ 970593 w 11571707"/>
              <a:gd name="connsiteY236" fmla="*/ 6484731 h 6857997"/>
              <a:gd name="connsiteX237" fmla="*/ 1181793 w 11571707"/>
              <a:gd name="connsiteY237" fmla="*/ 6482890 h 6857997"/>
              <a:gd name="connsiteX238" fmla="*/ 1214844 w 11571707"/>
              <a:gd name="connsiteY238" fmla="*/ 6519420 h 6857997"/>
              <a:gd name="connsiteX239" fmla="*/ 1181793 w 11571707"/>
              <a:gd name="connsiteY239" fmla="*/ 6556154 h 6857997"/>
              <a:gd name="connsiteX240" fmla="*/ 1148640 w 11571707"/>
              <a:gd name="connsiteY240" fmla="*/ 6519420 h 6857997"/>
              <a:gd name="connsiteX241" fmla="*/ 1181793 w 11571707"/>
              <a:gd name="connsiteY241" fmla="*/ 6482890 h 6857997"/>
              <a:gd name="connsiteX242" fmla="*/ 730542 w 11571707"/>
              <a:gd name="connsiteY242" fmla="*/ 6482788 h 6857997"/>
              <a:gd name="connsiteX243" fmla="*/ 743537 w 11571707"/>
              <a:gd name="connsiteY243" fmla="*/ 6491383 h 6857997"/>
              <a:gd name="connsiteX244" fmla="*/ 744458 w 11571707"/>
              <a:gd name="connsiteY244" fmla="*/ 6491281 h 6857997"/>
              <a:gd name="connsiteX245" fmla="*/ 750495 w 11571707"/>
              <a:gd name="connsiteY245" fmla="*/ 6484118 h 6857997"/>
              <a:gd name="connsiteX246" fmla="*/ 750905 w 11571707"/>
              <a:gd name="connsiteY246" fmla="*/ 6484220 h 6857997"/>
              <a:gd name="connsiteX247" fmla="*/ 751519 w 11571707"/>
              <a:gd name="connsiteY247" fmla="*/ 6498239 h 6857997"/>
              <a:gd name="connsiteX248" fmla="*/ 751826 w 11571707"/>
              <a:gd name="connsiteY248" fmla="*/ 6498955 h 6857997"/>
              <a:gd name="connsiteX249" fmla="*/ 762672 w 11571707"/>
              <a:gd name="connsiteY249" fmla="*/ 6512974 h 6857997"/>
              <a:gd name="connsiteX250" fmla="*/ 762467 w 11571707"/>
              <a:gd name="connsiteY250" fmla="*/ 6513383 h 6857997"/>
              <a:gd name="connsiteX251" fmla="*/ 749574 w 11571707"/>
              <a:gd name="connsiteY251" fmla="*/ 6509802 h 6857997"/>
              <a:gd name="connsiteX252" fmla="*/ 748960 w 11571707"/>
              <a:gd name="connsiteY252" fmla="*/ 6510211 h 6857997"/>
              <a:gd name="connsiteX253" fmla="*/ 742105 w 11571707"/>
              <a:gd name="connsiteY253" fmla="*/ 6525662 h 6857997"/>
              <a:gd name="connsiteX254" fmla="*/ 741900 w 11571707"/>
              <a:gd name="connsiteY254" fmla="*/ 6525764 h 6857997"/>
              <a:gd name="connsiteX255" fmla="*/ 741695 w 11571707"/>
              <a:gd name="connsiteY255" fmla="*/ 6525560 h 6857997"/>
              <a:gd name="connsiteX256" fmla="*/ 739137 w 11571707"/>
              <a:gd name="connsiteY256" fmla="*/ 6508676 h 6857997"/>
              <a:gd name="connsiteX257" fmla="*/ 738421 w 11571707"/>
              <a:gd name="connsiteY257" fmla="*/ 6508062 h 6857997"/>
              <a:gd name="connsiteX258" fmla="*/ 724300 w 11571707"/>
              <a:gd name="connsiteY258" fmla="*/ 6507346 h 6857997"/>
              <a:gd name="connsiteX259" fmla="*/ 724198 w 11571707"/>
              <a:gd name="connsiteY259" fmla="*/ 6506937 h 6857997"/>
              <a:gd name="connsiteX260" fmla="*/ 736272 w 11571707"/>
              <a:gd name="connsiteY260" fmla="*/ 6498648 h 6857997"/>
              <a:gd name="connsiteX261" fmla="*/ 736477 w 11571707"/>
              <a:gd name="connsiteY261" fmla="*/ 6497932 h 6857997"/>
              <a:gd name="connsiteX262" fmla="*/ 730235 w 11571707"/>
              <a:gd name="connsiteY262" fmla="*/ 6483095 h 6857997"/>
              <a:gd name="connsiteX263" fmla="*/ 730542 w 11571707"/>
              <a:gd name="connsiteY263" fmla="*/ 6482788 h 6857997"/>
              <a:gd name="connsiteX264" fmla="*/ 860083 w 11571707"/>
              <a:gd name="connsiteY264" fmla="*/ 6482685 h 6857997"/>
              <a:gd name="connsiteX265" fmla="*/ 900297 w 11571707"/>
              <a:gd name="connsiteY265" fmla="*/ 6519522 h 6857997"/>
              <a:gd name="connsiteX266" fmla="*/ 858036 w 11571707"/>
              <a:gd name="connsiteY266" fmla="*/ 6556768 h 6857997"/>
              <a:gd name="connsiteX267" fmla="*/ 851181 w 11571707"/>
              <a:gd name="connsiteY267" fmla="*/ 6556359 h 6857997"/>
              <a:gd name="connsiteX268" fmla="*/ 851181 w 11571707"/>
              <a:gd name="connsiteY268" fmla="*/ 6482992 h 6857997"/>
              <a:gd name="connsiteX269" fmla="*/ 860083 w 11571707"/>
              <a:gd name="connsiteY269" fmla="*/ 6482685 h 6857997"/>
              <a:gd name="connsiteX270" fmla="*/ 1393709 w 11571707"/>
              <a:gd name="connsiteY270" fmla="*/ 6482378 h 6857997"/>
              <a:gd name="connsiteX271" fmla="*/ 1411719 w 11571707"/>
              <a:gd name="connsiteY271" fmla="*/ 6489131 h 6857997"/>
              <a:gd name="connsiteX272" fmla="*/ 1420006 w 11571707"/>
              <a:gd name="connsiteY272" fmla="*/ 6507345 h 6857997"/>
              <a:gd name="connsiteX273" fmla="*/ 1420109 w 11571707"/>
              <a:gd name="connsiteY273" fmla="*/ 6509801 h 6857997"/>
              <a:gd name="connsiteX274" fmla="*/ 1417551 w 11571707"/>
              <a:gd name="connsiteY274" fmla="*/ 6509801 h 6857997"/>
              <a:gd name="connsiteX275" fmla="*/ 1368537 w 11571707"/>
              <a:gd name="connsiteY275" fmla="*/ 6509801 h 6857997"/>
              <a:gd name="connsiteX276" fmla="*/ 1365467 w 11571707"/>
              <a:gd name="connsiteY276" fmla="*/ 6509801 h 6857997"/>
              <a:gd name="connsiteX277" fmla="*/ 1366080 w 11571707"/>
              <a:gd name="connsiteY277" fmla="*/ 6507140 h 6857997"/>
              <a:gd name="connsiteX278" fmla="*/ 1393709 w 11571707"/>
              <a:gd name="connsiteY278" fmla="*/ 6482378 h 6857997"/>
              <a:gd name="connsiteX279" fmla="*/ 1242370 w 11571707"/>
              <a:gd name="connsiteY279" fmla="*/ 6465392 h 6857997"/>
              <a:gd name="connsiteX280" fmla="*/ 1242370 w 11571707"/>
              <a:gd name="connsiteY280" fmla="*/ 6573754 h 6857997"/>
              <a:gd name="connsiteX281" fmla="*/ 1265905 w 11571707"/>
              <a:gd name="connsiteY281" fmla="*/ 6573754 h 6857997"/>
              <a:gd name="connsiteX282" fmla="*/ 1265905 w 11571707"/>
              <a:gd name="connsiteY282" fmla="*/ 6499569 h 6857997"/>
              <a:gd name="connsiteX283" fmla="*/ 1314509 w 11571707"/>
              <a:gd name="connsiteY283" fmla="*/ 6573754 h 6857997"/>
              <a:gd name="connsiteX284" fmla="*/ 1314816 w 11571707"/>
              <a:gd name="connsiteY284" fmla="*/ 6573754 h 6857997"/>
              <a:gd name="connsiteX285" fmla="*/ 1335691 w 11571707"/>
              <a:gd name="connsiteY285" fmla="*/ 6573754 h 6857997"/>
              <a:gd name="connsiteX286" fmla="*/ 1335691 w 11571707"/>
              <a:gd name="connsiteY286" fmla="*/ 6465392 h 6857997"/>
              <a:gd name="connsiteX287" fmla="*/ 1312156 w 11571707"/>
              <a:gd name="connsiteY287" fmla="*/ 6465392 h 6857997"/>
              <a:gd name="connsiteX288" fmla="*/ 1312156 w 11571707"/>
              <a:gd name="connsiteY288" fmla="*/ 6518067 h 6857997"/>
              <a:gd name="connsiteX289" fmla="*/ 1287905 w 11571707"/>
              <a:gd name="connsiteY289" fmla="*/ 6488210 h 6857997"/>
              <a:gd name="connsiteX290" fmla="*/ 1262119 w 11571707"/>
              <a:gd name="connsiteY290" fmla="*/ 6465392 h 6857997"/>
              <a:gd name="connsiteX291" fmla="*/ 1027895 w 11571707"/>
              <a:gd name="connsiteY291" fmla="*/ 6465392 h 6857997"/>
              <a:gd name="connsiteX292" fmla="*/ 1027895 w 11571707"/>
              <a:gd name="connsiteY292" fmla="*/ 6573754 h 6857997"/>
              <a:gd name="connsiteX293" fmla="*/ 1051430 w 11571707"/>
              <a:gd name="connsiteY293" fmla="*/ 6573754 h 6857997"/>
              <a:gd name="connsiteX294" fmla="*/ 1051430 w 11571707"/>
              <a:gd name="connsiteY294" fmla="*/ 6499569 h 6857997"/>
              <a:gd name="connsiteX295" fmla="*/ 1100137 w 11571707"/>
              <a:gd name="connsiteY295" fmla="*/ 6573754 h 6857997"/>
              <a:gd name="connsiteX296" fmla="*/ 1100239 w 11571707"/>
              <a:gd name="connsiteY296" fmla="*/ 6573754 h 6857997"/>
              <a:gd name="connsiteX297" fmla="*/ 1121011 w 11571707"/>
              <a:gd name="connsiteY297" fmla="*/ 6573754 h 6857997"/>
              <a:gd name="connsiteX298" fmla="*/ 1121011 w 11571707"/>
              <a:gd name="connsiteY298" fmla="*/ 6465392 h 6857997"/>
              <a:gd name="connsiteX299" fmla="*/ 1097681 w 11571707"/>
              <a:gd name="connsiteY299" fmla="*/ 6465392 h 6857997"/>
              <a:gd name="connsiteX300" fmla="*/ 1097681 w 11571707"/>
              <a:gd name="connsiteY300" fmla="*/ 6518192 h 6857997"/>
              <a:gd name="connsiteX301" fmla="*/ 1073430 w 11571707"/>
              <a:gd name="connsiteY301" fmla="*/ 6488210 h 6857997"/>
              <a:gd name="connsiteX302" fmla="*/ 1047541 w 11571707"/>
              <a:gd name="connsiteY302" fmla="*/ 6465392 h 6857997"/>
              <a:gd name="connsiteX303" fmla="*/ 959848 w 11571707"/>
              <a:gd name="connsiteY303" fmla="*/ 6465392 h 6857997"/>
              <a:gd name="connsiteX304" fmla="*/ 918816 w 11571707"/>
              <a:gd name="connsiteY304" fmla="*/ 6573754 h 6857997"/>
              <a:gd name="connsiteX305" fmla="*/ 942453 w 11571707"/>
              <a:gd name="connsiteY305" fmla="*/ 6573754 h 6857997"/>
              <a:gd name="connsiteX306" fmla="*/ 945523 w 11571707"/>
              <a:gd name="connsiteY306" fmla="*/ 6550015 h 6857997"/>
              <a:gd name="connsiteX307" fmla="*/ 995560 w 11571707"/>
              <a:gd name="connsiteY307" fmla="*/ 6550015 h 6857997"/>
              <a:gd name="connsiteX308" fmla="*/ 998732 w 11571707"/>
              <a:gd name="connsiteY308" fmla="*/ 6573754 h 6857997"/>
              <a:gd name="connsiteX309" fmla="*/ 1023290 w 11571707"/>
              <a:gd name="connsiteY309" fmla="*/ 6573754 h 6857997"/>
              <a:gd name="connsiteX310" fmla="*/ 982565 w 11571707"/>
              <a:gd name="connsiteY310" fmla="*/ 6465392 h 6857997"/>
              <a:gd name="connsiteX311" fmla="*/ 1393300 w 11571707"/>
              <a:gd name="connsiteY311" fmla="*/ 6462015 h 6857997"/>
              <a:gd name="connsiteX312" fmla="*/ 1358304 w 11571707"/>
              <a:gd name="connsiteY312" fmla="*/ 6476034 h 6857997"/>
              <a:gd name="connsiteX313" fmla="*/ 1341933 w 11571707"/>
              <a:gd name="connsiteY313" fmla="*/ 6519419 h 6857997"/>
              <a:gd name="connsiteX314" fmla="*/ 1357178 w 11571707"/>
              <a:gd name="connsiteY314" fmla="*/ 6564749 h 6857997"/>
              <a:gd name="connsiteX315" fmla="*/ 1394733 w 11571707"/>
              <a:gd name="connsiteY315" fmla="*/ 6577949 h 6857997"/>
              <a:gd name="connsiteX316" fmla="*/ 1440063 w 11571707"/>
              <a:gd name="connsiteY316" fmla="*/ 6553084 h 6857997"/>
              <a:gd name="connsiteX317" fmla="*/ 1417653 w 11571707"/>
              <a:gd name="connsiteY317" fmla="*/ 6547866 h 6857997"/>
              <a:gd name="connsiteX318" fmla="*/ 1393198 w 11571707"/>
              <a:gd name="connsiteY318" fmla="*/ 6556666 h 6857997"/>
              <a:gd name="connsiteX319" fmla="*/ 1365365 w 11571707"/>
              <a:gd name="connsiteY319" fmla="*/ 6528219 h 6857997"/>
              <a:gd name="connsiteX320" fmla="*/ 1441392 w 11571707"/>
              <a:gd name="connsiteY320" fmla="*/ 6528219 h 6857997"/>
              <a:gd name="connsiteX321" fmla="*/ 1442416 w 11571707"/>
              <a:gd name="connsiteY321" fmla="*/ 6515633 h 6857997"/>
              <a:gd name="connsiteX322" fmla="*/ 1431262 w 11571707"/>
              <a:gd name="connsiteY322" fmla="*/ 6478592 h 6857997"/>
              <a:gd name="connsiteX323" fmla="*/ 1393300 w 11571707"/>
              <a:gd name="connsiteY323" fmla="*/ 6462015 h 6857997"/>
              <a:gd name="connsiteX324" fmla="*/ 858241 w 11571707"/>
              <a:gd name="connsiteY324" fmla="*/ 6462015 h 6857997"/>
              <a:gd name="connsiteX325" fmla="*/ 826111 w 11571707"/>
              <a:gd name="connsiteY325" fmla="*/ 6464573 h 6857997"/>
              <a:gd name="connsiteX326" fmla="*/ 828055 w 11571707"/>
              <a:gd name="connsiteY326" fmla="*/ 6519522 h 6857997"/>
              <a:gd name="connsiteX327" fmla="*/ 826725 w 11571707"/>
              <a:gd name="connsiteY327" fmla="*/ 6574879 h 6857997"/>
              <a:gd name="connsiteX328" fmla="*/ 854455 w 11571707"/>
              <a:gd name="connsiteY328" fmla="*/ 6577642 h 6857997"/>
              <a:gd name="connsiteX329" fmla="*/ 922911 w 11571707"/>
              <a:gd name="connsiteY329" fmla="*/ 6517782 h 6857997"/>
              <a:gd name="connsiteX330" fmla="*/ 858241 w 11571707"/>
              <a:gd name="connsiteY330" fmla="*/ 6462015 h 6857997"/>
              <a:gd name="connsiteX331" fmla="*/ 1181793 w 11571707"/>
              <a:gd name="connsiteY331" fmla="*/ 6461606 h 6857997"/>
              <a:gd name="connsiteX332" fmla="*/ 1126947 w 11571707"/>
              <a:gd name="connsiteY332" fmla="*/ 6519420 h 6857997"/>
              <a:gd name="connsiteX333" fmla="*/ 1181793 w 11571707"/>
              <a:gd name="connsiteY333" fmla="*/ 6577642 h 6857997"/>
              <a:gd name="connsiteX334" fmla="*/ 1236640 w 11571707"/>
              <a:gd name="connsiteY334" fmla="*/ 6519420 h 6857997"/>
              <a:gd name="connsiteX335" fmla="*/ 1181793 w 11571707"/>
              <a:gd name="connsiteY335" fmla="*/ 6461606 h 6857997"/>
              <a:gd name="connsiteX336" fmla="*/ 680914 w 11571707"/>
              <a:gd name="connsiteY336" fmla="*/ 6445337 h 6857997"/>
              <a:gd name="connsiteX337" fmla="*/ 572347 w 11571707"/>
              <a:gd name="connsiteY337" fmla="*/ 6546946 h 6857997"/>
              <a:gd name="connsiteX338" fmla="*/ 579919 w 11571707"/>
              <a:gd name="connsiteY338" fmla="*/ 6537839 h 6857997"/>
              <a:gd name="connsiteX339" fmla="*/ 581249 w 11571707"/>
              <a:gd name="connsiteY339" fmla="*/ 6536202 h 6857997"/>
              <a:gd name="connsiteX340" fmla="*/ 601407 w 11571707"/>
              <a:gd name="connsiteY340" fmla="*/ 6504276 h 6857997"/>
              <a:gd name="connsiteX341" fmla="*/ 639472 w 11571707"/>
              <a:gd name="connsiteY341" fmla="*/ 6489951 h 6857997"/>
              <a:gd name="connsiteX342" fmla="*/ 638961 w 11571707"/>
              <a:gd name="connsiteY342" fmla="*/ 6492713 h 6857997"/>
              <a:gd name="connsiteX343" fmla="*/ 635277 w 11571707"/>
              <a:gd name="connsiteY343" fmla="*/ 6497011 h 6857997"/>
              <a:gd name="connsiteX344" fmla="*/ 636096 w 11571707"/>
              <a:gd name="connsiteY344" fmla="*/ 6497830 h 6857997"/>
              <a:gd name="connsiteX345" fmla="*/ 644896 w 11571707"/>
              <a:gd name="connsiteY345" fmla="*/ 6495681 h 6857997"/>
              <a:gd name="connsiteX346" fmla="*/ 654719 w 11571707"/>
              <a:gd name="connsiteY346" fmla="*/ 6495067 h 6857997"/>
              <a:gd name="connsiteX347" fmla="*/ 657686 w 11571707"/>
              <a:gd name="connsiteY347" fmla="*/ 6496295 h 6857997"/>
              <a:gd name="connsiteX348" fmla="*/ 655537 w 11571707"/>
              <a:gd name="connsiteY348" fmla="*/ 6498034 h 6857997"/>
              <a:gd name="connsiteX349" fmla="*/ 653798 w 11571707"/>
              <a:gd name="connsiteY349" fmla="*/ 6499672 h 6857997"/>
              <a:gd name="connsiteX350" fmla="*/ 653696 w 11571707"/>
              <a:gd name="connsiteY350" fmla="*/ 6500285 h 6857997"/>
              <a:gd name="connsiteX351" fmla="*/ 654821 w 11571707"/>
              <a:gd name="connsiteY351" fmla="*/ 6500183 h 6857997"/>
              <a:gd name="connsiteX352" fmla="*/ 669658 w 11571707"/>
              <a:gd name="connsiteY352" fmla="*/ 6501616 h 6857997"/>
              <a:gd name="connsiteX353" fmla="*/ 684700 w 11571707"/>
              <a:gd name="connsiteY353" fmla="*/ 6509597 h 6857997"/>
              <a:gd name="connsiteX354" fmla="*/ 687156 w 11571707"/>
              <a:gd name="connsiteY354" fmla="*/ 6512462 h 6857997"/>
              <a:gd name="connsiteX355" fmla="*/ 685826 w 11571707"/>
              <a:gd name="connsiteY355" fmla="*/ 6513792 h 6857997"/>
              <a:gd name="connsiteX356" fmla="*/ 682756 w 11571707"/>
              <a:gd name="connsiteY356" fmla="*/ 6514406 h 6857997"/>
              <a:gd name="connsiteX357" fmla="*/ 683063 w 11571707"/>
              <a:gd name="connsiteY357" fmla="*/ 6515327 h 6857997"/>
              <a:gd name="connsiteX358" fmla="*/ 692272 w 11571707"/>
              <a:gd name="connsiteY358" fmla="*/ 6533029 h 6857997"/>
              <a:gd name="connsiteX359" fmla="*/ 703528 w 11571707"/>
              <a:gd name="connsiteY359" fmla="*/ 6548378 h 6857997"/>
              <a:gd name="connsiteX360" fmla="*/ 714886 w 11571707"/>
              <a:gd name="connsiteY360" fmla="*/ 6551653 h 6857997"/>
              <a:gd name="connsiteX361" fmla="*/ 714886 w 11571707"/>
              <a:gd name="connsiteY361" fmla="*/ 6558099 h 6857997"/>
              <a:gd name="connsiteX362" fmla="*/ 713556 w 11571707"/>
              <a:gd name="connsiteY362" fmla="*/ 6563727 h 6857997"/>
              <a:gd name="connsiteX363" fmla="*/ 717547 w 11571707"/>
              <a:gd name="connsiteY363" fmla="*/ 6567104 h 6857997"/>
              <a:gd name="connsiteX364" fmla="*/ 718468 w 11571707"/>
              <a:gd name="connsiteY364" fmla="*/ 6569764 h 6857997"/>
              <a:gd name="connsiteX365" fmla="*/ 716626 w 11571707"/>
              <a:gd name="connsiteY365" fmla="*/ 6572220 h 6857997"/>
              <a:gd name="connsiteX366" fmla="*/ 710691 w 11571707"/>
              <a:gd name="connsiteY366" fmla="*/ 6576415 h 6857997"/>
              <a:gd name="connsiteX367" fmla="*/ 710384 w 11571707"/>
              <a:gd name="connsiteY367" fmla="*/ 6577131 h 6857997"/>
              <a:gd name="connsiteX368" fmla="*/ 711919 w 11571707"/>
              <a:gd name="connsiteY368" fmla="*/ 6577131 h 6857997"/>
              <a:gd name="connsiteX369" fmla="*/ 714579 w 11571707"/>
              <a:gd name="connsiteY369" fmla="*/ 6576927 h 6857997"/>
              <a:gd name="connsiteX370" fmla="*/ 718161 w 11571707"/>
              <a:gd name="connsiteY370" fmla="*/ 6578769 h 6857997"/>
              <a:gd name="connsiteX371" fmla="*/ 718468 w 11571707"/>
              <a:gd name="connsiteY371" fmla="*/ 6582043 h 6857997"/>
              <a:gd name="connsiteX372" fmla="*/ 719388 w 11571707"/>
              <a:gd name="connsiteY372" fmla="*/ 6590638 h 6857997"/>
              <a:gd name="connsiteX373" fmla="*/ 712737 w 11571707"/>
              <a:gd name="connsiteY373" fmla="*/ 6605987 h 6857997"/>
              <a:gd name="connsiteX374" fmla="*/ 687668 w 11571707"/>
              <a:gd name="connsiteY374" fmla="*/ 6625531 h 6857997"/>
              <a:gd name="connsiteX375" fmla="*/ 686951 w 11571707"/>
              <a:gd name="connsiteY375" fmla="*/ 6647429 h 6857997"/>
              <a:gd name="connsiteX376" fmla="*/ 710384 w 11571707"/>
              <a:gd name="connsiteY376" fmla="*/ 6655001 h 6857997"/>
              <a:gd name="connsiteX377" fmla="*/ 714886 w 11571707"/>
              <a:gd name="connsiteY377" fmla="*/ 6657661 h 6857997"/>
              <a:gd name="connsiteX378" fmla="*/ 789788 w 11571707"/>
              <a:gd name="connsiteY378" fmla="*/ 6554211 h 6857997"/>
              <a:gd name="connsiteX379" fmla="*/ 680914 w 11571707"/>
              <a:gd name="connsiteY379" fmla="*/ 6445337 h 6857997"/>
              <a:gd name="connsiteX380" fmla="*/ 0 w 11571707"/>
              <a:gd name="connsiteY380" fmla="*/ 0 h 6857997"/>
              <a:gd name="connsiteX381" fmla="*/ 11571707 w 11571707"/>
              <a:gd name="connsiteY381" fmla="*/ 0 h 6857997"/>
              <a:gd name="connsiteX382" fmla="*/ 11571707 w 11571707"/>
              <a:gd name="connsiteY382" fmla="*/ 6857997 h 6857997"/>
              <a:gd name="connsiteX383" fmla="*/ 0 w 11571707"/>
              <a:gd name="connsiteY383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</a:cxnLst>
            <a:rect l="l" t="t" r="r" b="b"/>
            <a:pathLst>
              <a:path w="11571707" h="6857997">
                <a:moveTo>
                  <a:pt x="1129507" y="6637196"/>
                </a:moveTo>
                <a:cubicBezTo>
                  <a:pt x="1126744" y="6637196"/>
                  <a:pt x="1124902" y="6639140"/>
                  <a:pt x="1124902" y="6641801"/>
                </a:cubicBezTo>
                <a:cubicBezTo>
                  <a:pt x="1124902" y="6644461"/>
                  <a:pt x="1126744" y="6646405"/>
                  <a:pt x="1129507" y="6646405"/>
                </a:cubicBezTo>
                <a:cubicBezTo>
                  <a:pt x="1132269" y="6646405"/>
                  <a:pt x="1134111" y="6644461"/>
                  <a:pt x="1134111" y="6641801"/>
                </a:cubicBezTo>
                <a:cubicBezTo>
                  <a:pt x="1134111" y="6639140"/>
                  <a:pt x="1132269" y="6637196"/>
                  <a:pt x="1129507" y="6637196"/>
                </a:cubicBezTo>
                <a:close/>
                <a:moveTo>
                  <a:pt x="947777" y="6616629"/>
                </a:moveTo>
                <a:lnTo>
                  <a:pt x="952588" y="6616629"/>
                </a:lnTo>
                <a:cubicBezTo>
                  <a:pt x="956168" y="6616629"/>
                  <a:pt x="958523" y="6618778"/>
                  <a:pt x="958523" y="6622359"/>
                </a:cubicBezTo>
                <a:cubicBezTo>
                  <a:pt x="958523" y="6625838"/>
                  <a:pt x="956168" y="6628089"/>
                  <a:pt x="952588" y="6628089"/>
                </a:cubicBezTo>
                <a:lnTo>
                  <a:pt x="952588" y="6627987"/>
                </a:lnTo>
                <a:lnTo>
                  <a:pt x="947777" y="6627987"/>
                </a:lnTo>
                <a:close/>
                <a:moveTo>
                  <a:pt x="1166036" y="6616014"/>
                </a:moveTo>
                <a:cubicBezTo>
                  <a:pt x="1171357" y="6616014"/>
                  <a:pt x="1174733" y="6620721"/>
                  <a:pt x="1174733" y="6627986"/>
                </a:cubicBezTo>
                <a:cubicBezTo>
                  <a:pt x="1174733" y="6635252"/>
                  <a:pt x="1171357" y="6639958"/>
                  <a:pt x="1166036" y="6639958"/>
                </a:cubicBezTo>
                <a:cubicBezTo>
                  <a:pt x="1160612" y="6639958"/>
                  <a:pt x="1157236" y="6635354"/>
                  <a:pt x="1157338" y="6627986"/>
                </a:cubicBezTo>
                <a:cubicBezTo>
                  <a:pt x="1157338" y="6620619"/>
                  <a:pt x="1160715" y="6616014"/>
                  <a:pt x="1166036" y="6616014"/>
                </a:cubicBezTo>
                <a:close/>
                <a:moveTo>
                  <a:pt x="842895" y="6616014"/>
                </a:moveTo>
                <a:cubicBezTo>
                  <a:pt x="848216" y="6616014"/>
                  <a:pt x="851592" y="6620721"/>
                  <a:pt x="851592" y="6627986"/>
                </a:cubicBezTo>
                <a:cubicBezTo>
                  <a:pt x="851592" y="6635252"/>
                  <a:pt x="848216" y="6639958"/>
                  <a:pt x="842895" y="6639958"/>
                </a:cubicBezTo>
                <a:cubicBezTo>
                  <a:pt x="837471" y="6639958"/>
                  <a:pt x="834095" y="6635354"/>
                  <a:pt x="834197" y="6627986"/>
                </a:cubicBezTo>
                <a:cubicBezTo>
                  <a:pt x="834197" y="6620619"/>
                  <a:pt x="837574" y="6616014"/>
                  <a:pt x="842895" y="6616014"/>
                </a:cubicBezTo>
                <a:close/>
                <a:moveTo>
                  <a:pt x="1341115" y="6614173"/>
                </a:moveTo>
                <a:lnTo>
                  <a:pt x="1345720" y="6631261"/>
                </a:lnTo>
                <a:lnTo>
                  <a:pt x="1336510" y="6631261"/>
                </a:lnTo>
                <a:close/>
                <a:moveTo>
                  <a:pt x="1011219" y="6614173"/>
                </a:moveTo>
                <a:lnTo>
                  <a:pt x="1015824" y="6631261"/>
                </a:lnTo>
                <a:lnTo>
                  <a:pt x="1006614" y="6631261"/>
                </a:lnTo>
                <a:close/>
                <a:moveTo>
                  <a:pt x="1413662" y="6610080"/>
                </a:moveTo>
                <a:lnTo>
                  <a:pt x="1413662" y="6646098"/>
                </a:lnTo>
                <a:lnTo>
                  <a:pt x="1421643" y="6646098"/>
                </a:lnTo>
                <a:lnTo>
                  <a:pt x="1421643" y="6630647"/>
                </a:lnTo>
                <a:lnTo>
                  <a:pt x="1434434" y="6630647"/>
                </a:lnTo>
                <a:lnTo>
                  <a:pt x="1434434" y="6646098"/>
                </a:lnTo>
                <a:lnTo>
                  <a:pt x="1442415" y="6646098"/>
                </a:lnTo>
                <a:lnTo>
                  <a:pt x="1442415" y="6610080"/>
                </a:lnTo>
                <a:lnTo>
                  <a:pt x="1434434" y="6610080"/>
                </a:lnTo>
                <a:lnTo>
                  <a:pt x="1434434" y="6624099"/>
                </a:lnTo>
                <a:lnTo>
                  <a:pt x="1421643" y="6624099"/>
                </a:lnTo>
                <a:lnTo>
                  <a:pt x="1421643" y="6610080"/>
                </a:lnTo>
                <a:close/>
                <a:moveTo>
                  <a:pt x="1381635" y="6610080"/>
                </a:moveTo>
                <a:lnTo>
                  <a:pt x="1381635" y="6616629"/>
                </a:lnTo>
                <a:lnTo>
                  <a:pt x="1391663" y="6616629"/>
                </a:lnTo>
                <a:lnTo>
                  <a:pt x="1391663" y="6646098"/>
                </a:lnTo>
                <a:lnTo>
                  <a:pt x="1399644" y="6646098"/>
                </a:lnTo>
                <a:lnTo>
                  <a:pt x="1399644" y="6616629"/>
                </a:lnTo>
                <a:lnTo>
                  <a:pt x="1409672" y="6616629"/>
                </a:lnTo>
                <a:lnTo>
                  <a:pt x="1409672" y="6610080"/>
                </a:lnTo>
                <a:close/>
                <a:moveTo>
                  <a:pt x="1361886" y="6610080"/>
                </a:moveTo>
                <a:lnTo>
                  <a:pt x="1361886" y="6646098"/>
                </a:lnTo>
                <a:lnTo>
                  <a:pt x="1384193" y="6646098"/>
                </a:lnTo>
                <a:lnTo>
                  <a:pt x="1384193" y="6639447"/>
                </a:lnTo>
                <a:lnTo>
                  <a:pt x="1369867" y="6639447"/>
                </a:lnTo>
                <a:lnTo>
                  <a:pt x="1369867" y="6610080"/>
                </a:lnTo>
                <a:close/>
                <a:moveTo>
                  <a:pt x="1334976" y="6610080"/>
                </a:moveTo>
                <a:lnTo>
                  <a:pt x="1324436" y="6646098"/>
                </a:lnTo>
                <a:lnTo>
                  <a:pt x="1332622" y="6646098"/>
                </a:lnTo>
                <a:lnTo>
                  <a:pt x="1334873" y="6637708"/>
                </a:lnTo>
                <a:lnTo>
                  <a:pt x="1347459" y="6637708"/>
                </a:lnTo>
                <a:lnTo>
                  <a:pt x="1349710" y="6646098"/>
                </a:lnTo>
                <a:lnTo>
                  <a:pt x="1357896" y="6646098"/>
                </a:lnTo>
                <a:lnTo>
                  <a:pt x="1347357" y="6610080"/>
                </a:lnTo>
                <a:close/>
                <a:moveTo>
                  <a:pt x="1298547" y="6610080"/>
                </a:moveTo>
                <a:lnTo>
                  <a:pt x="1298547" y="6646098"/>
                </a:lnTo>
                <a:lnTo>
                  <a:pt x="1321775" y="6646098"/>
                </a:lnTo>
                <a:lnTo>
                  <a:pt x="1321775" y="6639550"/>
                </a:lnTo>
                <a:lnTo>
                  <a:pt x="1306528" y="6639550"/>
                </a:lnTo>
                <a:lnTo>
                  <a:pt x="1306528" y="6630238"/>
                </a:lnTo>
                <a:lnTo>
                  <a:pt x="1320240" y="6630238"/>
                </a:lnTo>
                <a:lnTo>
                  <a:pt x="1320240" y="6623996"/>
                </a:lnTo>
                <a:lnTo>
                  <a:pt x="1306528" y="6623996"/>
                </a:lnTo>
                <a:lnTo>
                  <a:pt x="1306528" y="6616629"/>
                </a:lnTo>
                <a:lnTo>
                  <a:pt x="1321468" y="6616629"/>
                </a:lnTo>
                <a:lnTo>
                  <a:pt x="1321468" y="6610080"/>
                </a:lnTo>
                <a:close/>
                <a:moveTo>
                  <a:pt x="1263961" y="6610080"/>
                </a:moveTo>
                <a:lnTo>
                  <a:pt x="1263961" y="6646098"/>
                </a:lnTo>
                <a:lnTo>
                  <a:pt x="1271942" y="6646098"/>
                </a:lnTo>
                <a:lnTo>
                  <a:pt x="1271942" y="6630647"/>
                </a:lnTo>
                <a:lnTo>
                  <a:pt x="1284733" y="6630647"/>
                </a:lnTo>
                <a:lnTo>
                  <a:pt x="1284733" y="6646098"/>
                </a:lnTo>
                <a:lnTo>
                  <a:pt x="1292714" y="6646098"/>
                </a:lnTo>
                <a:lnTo>
                  <a:pt x="1292714" y="6610080"/>
                </a:lnTo>
                <a:lnTo>
                  <a:pt x="1284733" y="6610080"/>
                </a:lnTo>
                <a:lnTo>
                  <a:pt x="1284733" y="6624099"/>
                </a:lnTo>
                <a:lnTo>
                  <a:pt x="1271942" y="6624099"/>
                </a:lnTo>
                <a:lnTo>
                  <a:pt x="1271942" y="6610080"/>
                </a:lnTo>
                <a:close/>
                <a:moveTo>
                  <a:pt x="1224362" y="6610080"/>
                </a:moveTo>
                <a:lnTo>
                  <a:pt x="1224362" y="6646098"/>
                </a:lnTo>
                <a:lnTo>
                  <a:pt x="1247590" y="6646098"/>
                </a:lnTo>
                <a:lnTo>
                  <a:pt x="1247590" y="6639550"/>
                </a:lnTo>
                <a:lnTo>
                  <a:pt x="1232343" y="6639550"/>
                </a:lnTo>
                <a:lnTo>
                  <a:pt x="1232343" y="6630238"/>
                </a:lnTo>
                <a:lnTo>
                  <a:pt x="1246055" y="6630238"/>
                </a:lnTo>
                <a:lnTo>
                  <a:pt x="1246055" y="6623996"/>
                </a:lnTo>
                <a:lnTo>
                  <a:pt x="1232343" y="6623996"/>
                </a:lnTo>
                <a:lnTo>
                  <a:pt x="1232343" y="6616629"/>
                </a:lnTo>
                <a:lnTo>
                  <a:pt x="1247181" y="6616629"/>
                </a:lnTo>
                <a:lnTo>
                  <a:pt x="1247181" y="6610080"/>
                </a:lnTo>
                <a:close/>
                <a:moveTo>
                  <a:pt x="1188138" y="6610080"/>
                </a:moveTo>
                <a:lnTo>
                  <a:pt x="1188138" y="6646098"/>
                </a:lnTo>
                <a:lnTo>
                  <a:pt x="1195198" y="6646098"/>
                </a:lnTo>
                <a:lnTo>
                  <a:pt x="1195198" y="6621029"/>
                </a:lnTo>
                <a:cubicBezTo>
                  <a:pt x="1200724" y="6629419"/>
                  <a:pt x="1204817" y="6638015"/>
                  <a:pt x="1207989" y="6646098"/>
                </a:cubicBezTo>
                <a:lnTo>
                  <a:pt x="1217403" y="6646098"/>
                </a:lnTo>
                <a:lnTo>
                  <a:pt x="1217403" y="6610080"/>
                </a:lnTo>
                <a:lnTo>
                  <a:pt x="1210240" y="6610080"/>
                </a:lnTo>
                <a:lnTo>
                  <a:pt x="1210240" y="6634024"/>
                </a:lnTo>
                <a:cubicBezTo>
                  <a:pt x="1207068" y="6626145"/>
                  <a:pt x="1202566" y="6618061"/>
                  <a:pt x="1196938" y="6610080"/>
                </a:cubicBezTo>
                <a:close/>
                <a:moveTo>
                  <a:pt x="1094000" y="6610080"/>
                </a:moveTo>
                <a:lnTo>
                  <a:pt x="1094000" y="6616629"/>
                </a:lnTo>
                <a:lnTo>
                  <a:pt x="1104028" y="6616629"/>
                </a:lnTo>
                <a:lnTo>
                  <a:pt x="1104028" y="6646098"/>
                </a:lnTo>
                <a:lnTo>
                  <a:pt x="1112009" y="6646098"/>
                </a:lnTo>
                <a:lnTo>
                  <a:pt x="1112009" y="6616629"/>
                </a:lnTo>
                <a:lnTo>
                  <a:pt x="1122139" y="6616629"/>
                </a:lnTo>
                <a:lnTo>
                  <a:pt x="1122139" y="6610080"/>
                </a:lnTo>
                <a:close/>
                <a:moveTo>
                  <a:pt x="1068317" y="6610080"/>
                </a:moveTo>
                <a:lnTo>
                  <a:pt x="1068317" y="6646098"/>
                </a:lnTo>
                <a:lnTo>
                  <a:pt x="1091545" y="6646098"/>
                </a:lnTo>
                <a:lnTo>
                  <a:pt x="1091545" y="6639550"/>
                </a:lnTo>
                <a:lnTo>
                  <a:pt x="1076298" y="6639550"/>
                </a:lnTo>
                <a:lnTo>
                  <a:pt x="1076298" y="6630238"/>
                </a:lnTo>
                <a:lnTo>
                  <a:pt x="1090010" y="6630238"/>
                </a:lnTo>
                <a:lnTo>
                  <a:pt x="1090010" y="6623996"/>
                </a:lnTo>
                <a:lnTo>
                  <a:pt x="1076298" y="6623996"/>
                </a:lnTo>
                <a:lnTo>
                  <a:pt x="1076298" y="6616629"/>
                </a:lnTo>
                <a:lnTo>
                  <a:pt x="1091136" y="6616629"/>
                </a:lnTo>
                <a:lnTo>
                  <a:pt x="1091136" y="6610080"/>
                </a:lnTo>
                <a:close/>
                <a:moveTo>
                  <a:pt x="1032093" y="6610080"/>
                </a:moveTo>
                <a:lnTo>
                  <a:pt x="1032093" y="6646098"/>
                </a:lnTo>
                <a:lnTo>
                  <a:pt x="1039153" y="6646098"/>
                </a:lnTo>
                <a:lnTo>
                  <a:pt x="1039153" y="6621029"/>
                </a:lnTo>
                <a:cubicBezTo>
                  <a:pt x="1044679" y="6629419"/>
                  <a:pt x="1048772" y="6638015"/>
                  <a:pt x="1051944" y="6646098"/>
                </a:cubicBezTo>
                <a:lnTo>
                  <a:pt x="1061358" y="6646098"/>
                </a:lnTo>
                <a:lnTo>
                  <a:pt x="1061358" y="6610080"/>
                </a:lnTo>
                <a:lnTo>
                  <a:pt x="1054195" y="6610080"/>
                </a:lnTo>
                <a:lnTo>
                  <a:pt x="1054195" y="6634024"/>
                </a:lnTo>
                <a:cubicBezTo>
                  <a:pt x="1051023" y="6626145"/>
                  <a:pt x="1046521" y="6618061"/>
                  <a:pt x="1040893" y="6610080"/>
                </a:cubicBezTo>
                <a:close/>
                <a:moveTo>
                  <a:pt x="1005079" y="6610080"/>
                </a:moveTo>
                <a:lnTo>
                  <a:pt x="994540" y="6646098"/>
                </a:lnTo>
                <a:lnTo>
                  <a:pt x="1002726" y="6646098"/>
                </a:lnTo>
                <a:lnTo>
                  <a:pt x="1004977" y="6637708"/>
                </a:lnTo>
                <a:lnTo>
                  <a:pt x="1017563" y="6637708"/>
                </a:lnTo>
                <a:lnTo>
                  <a:pt x="1019814" y="6646098"/>
                </a:lnTo>
                <a:lnTo>
                  <a:pt x="1028000" y="6646098"/>
                </a:lnTo>
                <a:lnTo>
                  <a:pt x="1017461" y="6610080"/>
                </a:lnTo>
                <a:close/>
                <a:moveTo>
                  <a:pt x="970698" y="6610080"/>
                </a:moveTo>
                <a:lnTo>
                  <a:pt x="970698" y="6646098"/>
                </a:lnTo>
                <a:lnTo>
                  <a:pt x="993005" y="6646098"/>
                </a:lnTo>
                <a:lnTo>
                  <a:pt x="993005" y="6639447"/>
                </a:lnTo>
                <a:lnTo>
                  <a:pt x="978679" y="6639447"/>
                </a:lnTo>
                <a:lnTo>
                  <a:pt x="978679" y="6610080"/>
                </a:lnTo>
                <a:close/>
                <a:moveTo>
                  <a:pt x="939797" y="6610080"/>
                </a:moveTo>
                <a:lnTo>
                  <a:pt x="939797" y="6646098"/>
                </a:lnTo>
                <a:lnTo>
                  <a:pt x="947777" y="6646098"/>
                </a:lnTo>
                <a:lnTo>
                  <a:pt x="947777" y="6634638"/>
                </a:lnTo>
                <a:lnTo>
                  <a:pt x="952178" y="6634638"/>
                </a:lnTo>
                <a:cubicBezTo>
                  <a:pt x="960876" y="6634638"/>
                  <a:pt x="966605" y="6629726"/>
                  <a:pt x="966605" y="6622359"/>
                </a:cubicBezTo>
                <a:cubicBezTo>
                  <a:pt x="966605" y="6614992"/>
                  <a:pt x="960876" y="6610080"/>
                  <a:pt x="952178" y="6610080"/>
                </a:cubicBezTo>
                <a:close/>
                <a:moveTo>
                  <a:pt x="900197" y="6610080"/>
                </a:moveTo>
                <a:lnTo>
                  <a:pt x="900197" y="6646098"/>
                </a:lnTo>
                <a:lnTo>
                  <a:pt x="923425" y="6646098"/>
                </a:lnTo>
                <a:lnTo>
                  <a:pt x="923425" y="6639550"/>
                </a:lnTo>
                <a:lnTo>
                  <a:pt x="908076" y="6639550"/>
                </a:lnTo>
                <a:lnTo>
                  <a:pt x="908076" y="6630238"/>
                </a:lnTo>
                <a:lnTo>
                  <a:pt x="921890" y="6630238"/>
                </a:lnTo>
                <a:lnTo>
                  <a:pt x="921890" y="6623996"/>
                </a:lnTo>
                <a:lnTo>
                  <a:pt x="908076" y="6623996"/>
                </a:lnTo>
                <a:lnTo>
                  <a:pt x="908076" y="6616629"/>
                </a:lnTo>
                <a:lnTo>
                  <a:pt x="923016" y="6616629"/>
                </a:lnTo>
                <a:lnTo>
                  <a:pt x="923016" y="6610080"/>
                </a:lnTo>
                <a:close/>
                <a:moveTo>
                  <a:pt x="863974" y="6610080"/>
                </a:moveTo>
                <a:lnTo>
                  <a:pt x="863974" y="6646098"/>
                </a:lnTo>
                <a:lnTo>
                  <a:pt x="871034" y="6646098"/>
                </a:lnTo>
                <a:lnTo>
                  <a:pt x="871034" y="6621029"/>
                </a:lnTo>
                <a:cubicBezTo>
                  <a:pt x="876560" y="6629419"/>
                  <a:pt x="880653" y="6638015"/>
                  <a:pt x="883825" y="6646098"/>
                </a:cubicBezTo>
                <a:lnTo>
                  <a:pt x="893239" y="6646098"/>
                </a:lnTo>
                <a:lnTo>
                  <a:pt x="893239" y="6610080"/>
                </a:lnTo>
                <a:lnTo>
                  <a:pt x="886076" y="6610080"/>
                </a:lnTo>
                <a:lnTo>
                  <a:pt x="886076" y="6634024"/>
                </a:lnTo>
                <a:cubicBezTo>
                  <a:pt x="882904" y="6626145"/>
                  <a:pt x="878402" y="6618061"/>
                  <a:pt x="872774" y="6610080"/>
                </a:cubicBezTo>
                <a:close/>
                <a:moveTo>
                  <a:pt x="1165933" y="6609568"/>
                </a:moveTo>
                <a:cubicBezTo>
                  <a:pt x="1155598" y="6609568"/>
                  <a:pt x="1149152" y="6616833"/>
                  <a:pt x="1149152" y="6628089"/>
                </a:cubicBezTo>
                <a:cubicBezTo>
                  <a:pt x="1149152" y="6639345"/>
                  <a:pt x="1155701" y="6646610"/>
                  <a:pt x="1165933" y="6646610"/>
                </a:cubicBezTo>
                <a:cubicBezTo>
                  <a:pt x="1176268" y="6646610"/>
                  <a:pt x="1182715" y="6639345"/>
                  <a:pt x="1182715" y="6628089"/>
                </a:cubicBezTo>
                <a:cubicBezTo>
                  <a:pt x="1182715" y="6616833"/>
                  <a:pt x="1176166" y="6609568"/>
                  <a:pt x="1165933" y="6609568"/>
                </a:cubicBezTo>
                <a:close/>
                <a:moveTo>
                  <a:pt x="842792" y="6609568"/>
                </a:moveTo>
                <a:cubicBezTo>
                  <a:pt x="832457" y="6609568"/>
                  <a:pt x="826011" y="6616833"/>
                  <a:pt x="826011" y="6628089"/>
                </a:cubicBezTo>
                <a:cubicBezTo>
                  <a:pt x="826011" y="6639345"/>
                  <a:pt x="832560" y="6646610"/>
                  <a:pt x="842792" y="6646610"/>
                </a:cubicBezTo>
                <a:cubicBezTo>
                  <a:pt x="853127" y="6646610"/>
                  <a:pt x="859574" y="6639345"/>
                  <a:pt x="859574" y="6628089"/>
                </a:cubicBezTo>
                <a:cubicBezTo>
                  <a:pt x="859574" y="6616833"/>
                  <a:pt x="853025" y="6609568"/>
                  <a:pt x="842792" y="6609568"/>
                </a:cubicBezTo>
                <a:close/>
                <a:moveTo>
                  <a:pt x="574803" y="6579280"/>
                </a:moveTo>
                <a:cubicBezTo>
                  <a:pt x="580738" y="6604043"/>
                  <a:pt x="595063" y="6625531"/>
                  <a:pt x="614505" y="6640573"/>
                </a:cubicBezTo>
                <a:cubicBezTo>
                  <a:pt x="614505" y="6640573"/>
                  <a:pt x="614607" y="6640573"/>
                  <a:pt x="614607" y="6640675"/>
                </a:cubicBezTo>
                <a:cubicBezTo>
                  <a:pt x="616040" y="6641596"/>
                  <a:pt x="618393" y="6633922"/>
                  <a:pt x="620133" y="6628908"/>
                </a:cubicBezTo>
                <a:cubicBezTo>
                  <a:pt x="621565" y="6625020"/>
                  <a:pt x="622384" y="6624099"/>
                  <a:pt x="616142" y="6618982"/>
                </a:cubicBezTo>
                <a:cubicBezTo>
                  <a:pt x="614607" y="6617754"/>
                  <a:pt x="615119" y="6621950"/>
                  <a:pt x="614914" y="6623075"/>
                </a:cubicBezTo>
                <a:cubicBezTo>
                  <a:pt x="614812" y="6623894"/>
                  <a:pt x="614300" y="6623689"/>
                  <a:pt x="613584" y="6623178"/>
                </a:cubicBezTo>
                <a:cubicBezTo>
                  <a:pt x="607138" y="6618675"/>
                  <a:pt x="583705" y="6600257"/>
                  <a:pt x="575007" y="6579690"/>
                </a:cubicBezTo>
                <a:cubicBezTo>
                  <a:pt x="574905" y="6579587"/>
                  <a:pt x="574905" y="6579383"/>
                  <a:pt x="574803" y="6579280"/>
                </a:cubicBezTo>
                <a:close/>
                <a:moveTo>
                  <a:pt x="688077" y="6538964"/>
                </a:moveTo>
                <a:cubicBezTo>
                  <a:pt x="687872" y="6539067"/>
                  <a:pt x="687258" y="6539681"/>
                  <a:pt x="686849" y="6539988"/>
                </a:cubicBezTo>
                <a:cubicBezTo>
                  <a:pt x="686542" y="6540192"/>
                  <a:pt x="686235" y="6540294"/>
                  <a:pt x="685007" y="6540908"/>
                </a:cubicBezTo>
                <a:cubicBezTo>
                  <a:pt x="683165" y="6541727"/>
                  <a:pt x="682244" y="6543467"/>
                  <a:pt x="681323" y="6546025"/>
                </a:cubicBezTo>
                <a:cubicBezTo>
                  <a:pt x="680505" y="6548378"/>
                  <a:pt x="679993" y="6550425"/>
                  <a:pt x="679789" y="6551243"/>
                </a:cubicBezTo>
                <a:cubicBezTo>
                  <a:pt x="679686" y="6551755"/>
                  <a:pt x="680300" y="6551550"/>
                  <a:pt x="680709" y="6551448"/>
                </a:cubicBezTo>
                <a:cubicBezTo>
                  <a:pt x="681119" y="6551448"/>
                  <a:pt x="682756" y="6551141"/>
                  <a:pt x="684496" y="6550629"/>
                </a:cubicBezTo>
                <a:cubicBezTo>
                  <a:pt x="685928" y="6550322"/>
                  <a:pt x="686440" y="6550015"/>
                  <a:pt x="687872" y="6549197"/>
                </a:cubicBezTo>
                <a:cubicBezTo>
                  <a:pt x="688793" y="6548787"/>
                  <a:pt x="689919" y="6547969"/>
                  <a:pt x="690430" y="6547560"/>
                </a:cubicBezTo>
                <a:cubicBezTo>
                  <a:pt x="690635" y="6547355"/>
                  <a:pt x="690430" y="6547150"/>
                  <a:pt x="690328" y="6547048"/>
                </a:cubicBezTo>
                <a:cubicBezTo>
                  <a:pt x="690123" y="6546946"/>
                  <a:pt x="689714" y="6546946"/>
                  <a:pt x="689509" y="6546843"/>
                </a:cubicBezTo>
                <a:cubicBezTo>
                  <a:pt x="689305" y="6546741"/>
                  <a:pt x="689100" y="6546741"/>
                  <a:pt x="689100" y="6546434"/>
                </a:cubicBezTo>
                <a:cubicBezTo>
                  <a:pt x="688998" y="6545922"/>
                  <a:pt x="688896" y="6545104"/>
                  <a:pt x="688486" y="6544183"/>
                </a:cubicBezTo>
                <a:cubicBezTo>
                  <a:pt x="688077" y="6543262"/>
                  <a:pt x="687463" y="6542750"/>
                  <a:pt x="687156" y="6542443"/>
                </a:cubicBezTo>
                <a:cubicBezTo>
                  <a:pt x="687054" y="6542341"/>
                  <a:pt x="687054" y="6542136"/>
                  <a:pt x="687156" y="6542034"/>
                </a:cubicBezTo>
                <a:cubicBezTo>
                  <a:pt x="687258" y="6541932"/>
                  <a:pt x="687975" y="6540704"/>
                  <a:pt x="688282" y="6539681"/>
                </a:cubicBezTo>
                <a:cubicBezTo>
                  <a:pt x="688486" y="6539169"/>
                  <a:pt x="688486" y="6539067"/>
                  <a:pt x="688384" y="6538964"/>
                </a:cubicBezTo>
                <a:cubicBezTo>
                  <a:pt x="688384" y="6538862"/>
                  <a:pt x="688282" y="6538760"/>
                  <a:pt x="688077" y="6538964"/>
                </a:cubicBezTo>
                <a:close/>
                <a:moveTo>
                  <a:pt x="685928" y="6530267"/>
                </a:moveTo>
                <a:cubicBezTo>
                  <a:pt x="685621" y="6530267"/>
                  <a:pt x="684189" y="6530778"/>
                  <a:pt x="683472" y="6531188"/>
                </a:cubicBezTo>
                <a:cubicBezTo>
                  <a:pt x="681733" y="6532006"/>
                  <a:pt x="678049" y="6534871"/>
                  <a:pt x="676003" y="6537941"/>
                </a:cubicBezTo>
                <a:cubicBezTo>
                  <a:pt x="674877" y="6539681"/>
                  <a:pt x="673342" y="6542546"/>
                  <a:pt x="672728" y="6545615"/>
                </a:cubicBezTo>
                <a:cubicBezTo>
                  <a:pt x="672319" y="6547457"/>
                  <a:pt x="672216" y="6548583"/>
                  <a:pt x="672216" y="6549504"/>
                </a:cubicBezTo>
                <a:cubicBezTo>
                  <a:pt x="672319" y="6549913"/>
                  <a:pt x="672626" y="6550118"/>
                  <a:pt x="672830" y="6549606"/>
                </a:cubicBezTo>
                <a:cubicBezTo>
                  <a:pt x="673137" y="6548992"/>
                  <a:pt x="673342" y="6548378"/>
                  <a:pt x="673751" y="6547662"/>
                </a:cubicBezTo>
                <a:cubicBezTo>
                  <a:pt x="674570" y="6546025"/>
                  <a:pt x="675696" y="6544081"/>
                  <a:pt x="677435" y="6541522"/>
                </a:cubicBezTo>
                <a:cubicBezTo>
                  <a:pt x="680709" y="6536815"/>
                  <a:pt x="683165" y="6535485"/>
                  <a:pt x="684598" y="6534667"/>
                </a:cubicBezTo>
                <a:cubicBezTo>
                  <a:pt x="686030" y="6533950"/>
                  <a:pt x="687156" y="6534155"/>
                  <a:pt x="687872" y="6534871"/>
                </a:cubicBezTo>
                <a:cubicBezTo>
                  <a:pt x="688589" y="6535588"/>
                  <a:pt x="688589" y="6534871"/>
                  <a:pt x="688589" y="6534564"/>
                </a:cubicBezTo>
                <a:cubicBezTo>
                  <a:pt x="688691" y="6533848"/>
                  <a:pt x="688691" y="6533439"/>
                  <a:pt x="688486" y="6532415"/>
                </a:cubicBezTo>
                <a:cubicBezTo>
                  <a:pt x="688179" y="6530164"/>
                  <a:pt x="686542" y="6530164"/>
                  <a:pt x="685928" y="6530267"/>
                </a:cubicBezTo>
                <a:close/>
                <a:moveTo>
                  <a:pt x="1312156" y="6518067"/>
                </a:moveTo>
                <a:lnTo>
                  <a:pt x="1312258" y="6518192"/>
                </a:lnTo>
                <a:lnTo>
                  <a:pt x="1312156" y="6518192"/>
                </a:lnTo>
                <a:close/>
                <a:moveTo>
                  <a:pt x="970593" y="6484731"/>
                </a:moveTo>
                <a:cubicBezTo>
                  <a:pt x="979495" y="6498750"/>
                  <a:pt x="986453" y="6513689"/>
                  <a:pt x="990853" y="6529959"/>
                </a:cubicBezTo>
                <a:lnTo>
                  <a:pt x="950435" y="6529959"/>
                </a:lnTo>
                <a:cubicBezTo>
                  <a:pt x="954937" y="6513689"/>
                  <a:pt x="961690" y="6498750"/>
                  <a:pt x="970593" y="6484731"/>
                </a:cubicBezTo>
                <a:close/>
                <a:moveTo>
                  <a:pt x="1181793" y="6482890"/>
                </a:moveTo>
                <a:cubicBezTo>
                  <a:pt x="1200212" y="6482890"/>
                  <a:pt x="1214844" y="6499057"/>
                  <a:pt x="1214844" y="6519420"/>
                </a:cubicBezTo>
                <a:cubicBezTo>
                  <a:pt x="1214844" y="6539782"/>
                  <a:pt x="1200314" y="6556154"/>
                  <a:pt x="1181793" y="6556154"/>
                </a:cubicBezTo>
                <a:cubicBezTo>
                  <a:pt x="1163375" y="6556154"/>
                  <a:pt x="1148640" y="6539680"/>
                  <a:pt x="1148640" y="6519420"/>
                </a:cubicBezTo>
                <a:cubicBezTo>
                  <a:pt x="1148640" y="6499159"/>
                  <a:pt x="1163477" y="6482890"/>
                  <a:pt x="1181793" y="6482890"/>
                </a:cubicBezTo>
                <a:close/>
                <a:moveTo>
                  <a:pt x="730542" y="6482788"/>
                </a:moveTo>
                <a:cubicBezTo>
                  <a:pt x="732384" y="6483709"/>
                  <a:pt x="737602" y="6486676"/>
                  <a:pt x="743537" y="6491383"/>
                </a:cubicBezTo>
                <a:cubicBezTo>
                  <a:pt x="743844" y="6491588"/>
                  <a:pt x="744254" y="6491588"/>
                  <a:pt x="744458" y="6491281"/>
                </a:cubicBezTo>
                <a:cubicBezTo>
                  <a:pt x="746300" y="6489337"/>
                  <a:pt x="748347" y="6487086"/>
                  <a:pt x="750495" y="6484118"/>
                </a:cubicBezTo>
                <a:cubicBezTo>
                  <a:pt x="750598" y="6483913"/>
                  <a:pt x="750905" y="6484016"/>
                  <a:pt x="750905" y="6484220"/>
                </a:cubicBezTo>
                <a:cubicBezTo>
                  <a:pt x="751109" y="6486165"/>
                  <a:pt x="752030" y="6491793"/>
                  <a:pt x="751519" y="6498239"/>
                </a:cubicBezTo>
                <a:cubicBezTo>
                  <a:pt x="751519" y="6498444"/>
                  <a:pt x="751621" y="6498751"/>
                  <a:pt x="751826" y="6498955"/>
                </a:cubicBezTo>
                <a:cubicBezTo>
                  <a:pt x="758579" y="6506016"/>
                  <a:pt x="761751" y="6511337"/>
                  <a:pt x="762672" y="6512974"/>
                </a:cubicBezTo>
                <a:cubicBezTo>
                  <a:pt x="762672" y="6513178"/>
                  <a:pt x="762570" y="6513383"/>
                  <a:pt x="762467" y="6513383"/>
                </a:cubicBezTo>
                <a:cubicBezTo>
                  <a:pt x="760933" y="6512769"/>
                  <a:pt x="756123" y="6511132"/>
                  <a:pt x="749574" y="6509802"/>
                </a:cubicBezTo>
                <a:cubicBezTo>
                  <a:pt x="749370" y="6509802"/>
                  <a:pt x="749063" y="6509904"/>
                  <a:pt x="748960" y="6510211"/>
                </a:cubicBezTo>
                <a:cubicBezTo>
                  <a:pt x="744867" y="6521160"/>
                  <a:pt x="742821" y="6524434"/>
                  <a:pt x="742105" y="6525662"/>
                </a:cubicBezTo>
                <a:cubicBezTo>
                  <a:pt x="742002" y="6525764"/>
                  <a:pt x="742002" y="6525764"/>
                  <a:pt x="741900" y="6525764"/>
                </a:cubicBezTo>
                <a:cubicBezTo>
                  <a:pt x="741798" y="6525764"/>
                  <a:pt x="741695" y="6525662"/>
                  <a:pt x="741695" y="6525560"/>
                </a:cubicBezTo>
                <a:cubicBezTo>
                  <a:pt x="741491" y="6523104"/>
                  <a:pt x="740672" y="6514816"/>
                  <a:pt x="739137" y="6508676"/>
                </a:cubicBezTo>
                <a:cubicBezTo>
                  <a:pt x="739035" y="6508369"/>
                  <a:pt x="738728" y="6508062"/>
                  <a:pt x="738421" y="6508062"/>
                </a:cubicBezTo>
                <a:cubicBezTo>
                  <a:pt x="731770" y="6507448"/>
                  <a:pt x="726244" y="6507346"/>
                  <a:pt x="724300" y="6507346"/>
                </a:cubicBezTo>
                <a:cubicBezTo>
                  <a:pt x="724095" y="6507346"/>
                  <a:pt x="723993" y="6507039"/>
                  <a:pt x="724198" y="6506937"/>
                </a:cubicBezTo>
                <a:cubicBezTo>
                  <a:pt x="726449" y="6505504"/>
                  <a:pt x="733714" y="6500899"/>
                  <a:pt x="736272" y="6498648"/>
                </a:cubicBezTo>
                <a:cubicBezTo>
                  <a:pt x="736477" y="6498546"/>
                  <a:pt x="736579" y="6498239"/>
                  <a:pt x="736477" y="6497932"/>
                </a:cubicBezTo>
                <a:cubicBezTo>
                  <a:pt x="735147" y="6492304"/>
                  <a:pt x="731361" y="6485244"/>
                  <a:pt x="730235" y="6483095"/>
                </a:cubicBezTo>
                <a:cubicBezTo>
                  <a:pt x="730133" y="6482890"/>
                  <a:pt x="730337" y="6482686"/>
                  <a:pt x="730542" y="6482788"/>
                </a:cubicBezTo>
                <a:close/>
                <a:moveTo>
                  <a:pt x="860083" y="6482685"/>
                </a:moveTo>
                <a:cubicBezTo>
                  <a:pt x="871850" y="6482685"/>
                  <a:pt x="900297" y="6487392"/>
                  <a:pt x="900297" y="6519522"/>
                </a:cubicBezTo>
                <a:cubicBezTo>
                  <a:pt x="900297" y="6551549"/>
                  <a:pt x="872669" y="6556870"/>
                  <a:pt x="858036" y="6556768"/>
                </a:cubicBezTo>
                <a:cubicBezTo>
                  <a:pt x="855683" y="6556768"/>
                  <a:pt x="853125" y="6556768"/>
                  <a:pt x="851181" y="6556359"/>
                </a:cubicBezTo>
                <a:lnTo>
                  <a:pt x="851181" y="6482992"/>
                </a:lnTo>
                <a:cubicBezTo>
                  <a:pt x="853841" y="6482992"/>
                  <a:pt x="856911" y="6482787"/>
                  <a:pt x="860083" y="6482685"/>
                </a:cubicBezTo>
                <a:close/>
                <a:moveTo>
                  <a:pt x="1393709" y="6482378"/>
                </a:moveTo>
                <a:cubicBezTo>
                  <a:pt x="1399746" y="6482378"/>
                  <a:pt x="1407011" y="6484629"/>
                  <a:pt x="1411719" y="6489131"/>
                </a:cubicBezTo>
                <a:cubicBezTo>
                  <a:pt x="1418370" y="6495271"/>
                  <a:pt x="1419598" y="6503559"/>
                  <a:pt x="1420006" y="6507345"/>
                </a:cubicBezTo>
                <a:lnTo>
                  <a:pt x="1420109" y="6509801"/>
                </a:lnTo>
                <a:lnTo>
                  <a:pt x="1417551" y="6509801"/>
                </a:lnTo>
                <a:lnTo>
                  <a:pt x="1368537" y="6509801"/>
                </a:lnTo>
                <a:lnTo>
                  <a:pt x="1365467" y="6509801"/>
                </a:lnTo>
                <a:lnTo>
                  <a:pt x="1366080" y="6507140"/>
                </a:lnTo>
                <a:cubicBezTo>
                  <a:pt x="1369458" y="6488824"/>
                  <a:pt x="1384602" y="6482378"/>
                  <a:pt x="1393709" y="6482378"/>
                </a:cubicBezTo>
                <a:close/>
                <a:moveTo>
                  <a:pt x="1242370" y="6465392"/>
                </a:moveTo>
                <a:lnTo>
                  <a:pt x="1242370" y="6573754"/>
                </a:lnTo>
                <a:lnTo>
                  <a:pt x="1265905" y="6573754"/>
                </a:lnTo>
                <a:lnTo>
                  <a:pt x="1265905" y="6499569"/>
                </a:lnTo>
                <a:cubicBezTo>
                  <a:pt x="1285756" y="6516657"/>
                  <a:pt x="1306016" y="6542852"/>
                  <a:pt x="1314509" y="6573754"/>
                </a:cubicBezTo>
                <a:lnTo>
                  <a:pt x="1314816" y="6573754"/>
                </a:lnTo>
                <a:lnTo>
                  <a:pt x="1335691" y="6573754"/>
                </a:lnTo>
                <a:lnTo>
                  <a:pt x="1335691" y="6465392"/>
                </a:lnTo>
                <a:lnTo>
                  <a:pt x="1312156" y="6465392"/>
                </a:lnTo>
                <a:lnTo>
                  <a:pt x="1312156" y="6518067"/>
                </a:lnTo>
                <a:lnTo>
                  <a:pt x="1287905" y="6488210"/>
                </a:lnTo>
                <a:cubicBezTo>
                  <a:pt x="1278798" y="6479104"/>
                  <a:pt x="1268975" y="6469690"/>
                  <a:pt x="1262119" y="6465392"/>
                </a:cubicBezTo>
                <a:close/>
                <a:moveTo>
                  <a:pt x="1027895" y="6465392"/>
                </a:moveTo>
                <a:lnTo>
                  <a:pt x="1027895" y="6573754"/>
                </a:lnTo>
                <a:lnTo>
                  <a:pt x="1051430" y="6573754"/>
                </a:lnTo>
                <a:lnTo>
                  <a:pt x="1051430" y="6499569"/>
                </a:lnTo>
                <a:cubicBezTo>
                  <a:pt x="1071179" y="6516657"/>
                  <a:pt x="1091439" y="6542852"/>
                  <a:pt x="1100137" y="6573754"/>
                </a:cubicBezTo>
                <a:lnTo>
                  <a:pt x="1100239" y="6573754"/>
                </a:lnTo>
                <a:lnTo>
                  <a:pt x="1121011" y="6573754"/>
                </a:lnTo>
                <a:lnTo>
                  <a:pt x="1121011" y="6465392"/>
                </a:lnTo>
                <a:lnTo>
                  <a:pt x="1097681" y="6465392"/>
                </a:lnTo>
                <a:lnTo>
                  <a:pt x="1097681" y="6518192"/>
                </a:lnTo>
                <a:cubicBezTo>
                  <a:pt x="1090211" y="6506629"/>
                  <a:pt x="1081923" y="6496806"/>
                  <a:pt x="1073430" y="6488210"/>
                </a:cubicBezTo>
                <a:cubicBezTo>
                  <a:pt x="1064527" y="6479104"/>
                  <a:pt x="1054397" y="6469690"/>
                  <a:pt x="1047541" y="6465392"/>
                </a:cubicBezTo>
                <a:close/>
                <a:moveTo>
                  <a:pt x="959848" y="6465392"/>
                </a:moveTo>
                <a:cubicBezTo>
                  <a:pt x="934881" y="6492406"/>
                  <a:pt x="922193" y="6534257"/>
                  <a:pt x="918816" y="6573754"/>
                </a:cubicBezTo>
                <a:lnTo>
                  <a:pt x="942453" y="6573754"/>
                </a:lnTo>
                <a:cubicBezTo>
                  <a:pt x="943272" y="6565670"/>
                  <a:pt x="944193" y="6557894"/>
                  <a:pt x="945523" y="6550015"/>
                </a:cubicBezTo>
                <a:lnTo>
                  <a:pt x="995560" y="6550015"/>
                </a:lnTo>
                <a:cubicBezTo>
                  <a:pt x="996993" y="6557791"/>
                  <a:pt x="998016" y="6565670"/>
                  <a:pt x="998732" y="6573754"/>
                </a:cubicBezTo>
                <a:lnTo>
                  <a:pt x="1023290" y="6573754"/>
                </a:lnTo>
                <a:cubicBezTo>
                  <a:pt x="1019913" y="6534257"/>
                  <a:pt x="1007634" y="6492406"/>
                  <a:pt x="982565" y="6465392"/>
                </a:cubicBezTo>
                <a:close/>
                <a:moveTo>
                  <a:pt x="1393300" y="6462015"/>
                </a:moveTo>
                <a:cubicBezTo>
                  <a:pt x="1379384" y="6462015"/>
                  <a:pt x="1367207" y="6467029"/>
                  <a:pt x="1358304" y="6476034"/>
                </a:cubicBezTo>
                <a:cubicBezTo>
                  <a:pt x="1347765" y="6486368"/>
                  <a:pt x="1342240" y="6501922"/>
                  <a:pt x="1341933" y="6519419"/>
                </a:cubicBezTo>
                <a:cubicBezTo>
                  <a:pt x="1341829" y="6537531"/>
                  <a:pt x="1346333" y="6554005"/>
                  <a:pt x="1357178" y="6564749"/>
                </a:cubicBezTo>
                <a:cubicBezTo>
                  <a:pt x="1366388" y="6573651"/>
                  <a:pt x="1379384" y="6578972"/>
                  <a:pt x="1394733" y="6577949"/>
                </a:cubicBezTo>
                <a:cubicBezTo>
                  <a:pt x="1405476" y="6577131"/>
                  <a:pt x="1424508" y="6574879"/>
                  <a:pt x="1440063" y="6553084"/>
                </a:cubicBezTo>
                <a:lnTo>
                  <a:pt x="1417653" y="6547866"/>
                </a:lnTo>
                <a:cubicBezTo>
                  <a:pt x="1409773" y="6555847"/>
                  <a:pt x="1400974" y="6556972"/>
                  <a:pt x="1393198" y="6556666"/>
                </a:cubicBezTo>
                <a:cubicBezTo>
                  <a:pt x="1374779" y="6556052"/>
                  <a:pt x="1366694" y="6540396"/>
                  <a:pt x="1365365" y="6528219"/>
                </a:cubicBezTo>
                <a:lnTo>
                  <a:pt x="1441392" y="6528219"/>
                </a:lnTo>
                <a:cubicBezTo>
                  <a:pt x="1441801" y="6524842"/>
                  <a:pt x="1442518" y="6520033"/>
                  <a:pt x="1442416" y="6515633"/>
                </a:cubicBezTo>
                <a:cubicBezTo>
                  <a:pt x="1442314" y="6503866"/>
                  <a:pt x="1440472" y="6490973"/>
                  <a:pt x="1431262" y="6478592"/>
                </a:cubicBezTo>
                <a:cubicBezTo>
                  <a:pt x="1420109" y="6463652"/>
                  <a:pt x="1404145" y="6462015"/>
                  <a:pt x="1393300" y="6462015"/>
                </a:cubicBezTo>
                <a:close/>
                <a:moveTo>
                  <a:pt x="858241" y="6462015"/>
                </a:moveTo>
                <a:cubicBezTo>
                  <a:pt x="843609" y="6462015"/>
                  <a:pt x="830716" y="6463652"/>
                  <a:pt x="826111" y="6464573"/>
                </a:cubicBezTo>
                <a:cubicBezTo>
                  <a:pt x="827441" y="6468871"/>
                  <a:pt x="828055" y="6479206"/>
                  <a:pt x="828055" y="6519522"/>
                </a:cubicBezTo>
                <a:cubicBezTo>
                  <a:pt x="828055" y="6560042"/>
                  <a:pt x="827134" y="6571503"/>
                  <a:pt x="826725" y="6574879"/>
                </a:cubicBezTo>
                <a:cubicBezTo>
                  <a:pt x="829488" y="6575698"/>
                  <a:pt x="841869" y="6577642"/>
                  <a:pt x="854455" y="6577642"/>
                </a:cubicBezTo>
                <a:cubicBezTo>
                  <a:pt x="878604" y="6577437"/>
                  <a:pt x="921887" y="6567103"/>
                  <a:pt x="922911" y="6517782"/>
                </a:cubicBezTo>
                <a:cubicBezTo>
                  <a:pt x="923525" y="6467541"/>
                  <a:pt x="878809" y="6462015"/>
                  <a:pt x="858241" y="6462015"/>
                </a:cubicBezTo>
                <a:close/>
                <a:moveTo>
                  <a:pt x="1181793" y="6461606"/>
                </a:moveTo>
                <a:cubicBezTo>
                  <a:pt x="1151505" y="6461606"/>
                  <a:pt x="1126947" y="6487392"/>
                  <a:pt x="1126947" y="6519420"/>
                </a:cubicBezTo>
                <a:cubicBezTo>
                  <a:pt x="1126947" y="6551550"/>
                  <a:pt x="1151505" y="6577642"/>
                  <a:pt x="1181793" y="6577642"/>
                </a:cubicBezTo>
                <a:cubicBezTo>
                  <a:pt x="1211877" y="6577642"/>
                  <a:pt x="1236640" y="6551550"/>
                  <a:pt x="1236640" y="6519420"/>
                </a:cubicBezTo>
                <a:cubicBezTo>
                  <a:pt x="1236640" y="6487392"/>
                  <a:pt x="1211979" y="6461606"/>
                  <a:pt x="1181793" y="6461606"/>
                </a:cubicBezTo>
                <a:close/>
                <a:moveTo>
                  <a:pt x="680914" y="6445337"/>
                </a:moveTo>
                <a:cubicBezTo>
                  <a:pt x="623203" y="6445337"/>
                  <a:pt x="576031" y="6490155"/>
                  <a:pt x="572347" y="6546946"/>
                </a:cubicBezTo>
                <a:cubicBezTo>
                  <a:pt x="573984" y="6543262"/>
                  <a:pt x="576542" y="6540192"/>
                  <a:pt x="579919" y="6537839"/>
                </a:cubicBezTo>
                <a:cubicBezTo>
                  <a:pt x="581249" y="6536815"/>
                  <a:pt x="581454" y="6537020"/>
                  <a:pt x="581249" y="6536202"/>
                </a:cubicBezTo>
                <a:cubicBezTo>
                  <a:pt x="578691" y="6526481"/>
                  <a:pt x="588105" y="6512155"/>
                  <a:pt x="601407" y="6504276"/>
                </a:cubicBezTo>
                <a:cubicBezTo>
                  <a:pt x="611231" y="6498341"/>
                  <a:pt x="626886" y="6489951"/>
                  <a:pt x="639472" y="6489951"/>
                </a:cubicBezTo>
                <a:cubicBezTo>
                  <a:pt x="642338" y="6489951"/>
                  <a:pt x="640803" y="6490872"/>
                  <a:pt x="638961" y="6492713"/>
                </a:cubicBezTo>
                <a:cubicBezTo>
                  <a:pt x="637119" y="6494351"/>
                  <a:pt x="635789" y="6496397"/>
                  <a:pt x="635277" y="6497011"/>
                </a:cubicBezTo>
                <a:cubicBezTo>
                  <a:pt x="634765" y="6497727"/>
                  <a:pt x="633947" y="6498546"/>
                  <a:pt x="636096" y="6497830"/>
                </a:cubicBezTo>
                <a:cubicBezTo>
                  <a:pt x="637938" y="6497216"/>
                  <a:pt x="641110" y="6496397"/>
                  <a:pt x="644896" y="6495681"/>
                </a:cubicBezTo>
                <a:cubicBezTo>
                  <a:pt x="649705" y="6494760"/>
                  <a:pt x="652775" y="6494965"/>
                  <a:pt x="654719" y="6495067"/>
                </a:cubicBezTo>
                <a:cubicBezTo>
                  <a:pt x="657072" y="6495169"/>
                  <a:pt x="658300" y="6495681"/>
                  <a:pt x="657686" y="6496295"/>
                </a:cubicBezTo>
                <a:cubicBezTo>
                  <a:pt x="657072" y="6496909"/>
                  <a:pt x="656151" y="6497523"/>
                  <a:pt x="655537" y="6498034"/>
                </a:cubicBezTo>
                <a:cubicBezTo>
                  <a:pt x="654821" y="6498546"/>
                  <a:pt x="654105" y="6499365"/>
                  <a:pt x="653798" y="6499672"/>
                </a:cubicBezTo>
                <a:cubicBezTo>
                  <a:pt x="653491" y="6499978"/>
                  <a:pt x="653389" y="6500285"/>
                  <a:pt x="653696" y="6500285"/>
                </a:cubicBezTo>
                <a:cubicBezTo>
                  <a:pt x="653696" y="6500285"/>
                  <a:pt x="654105" y="6500183"/>
                  <a:pt x="654821" y="6500183"/>
                </a:cubicBezTo>
                <a:cubicBezTo>
                  <a:pt x="657379" y="6500081"/>
                  <a:pt x="663621" y="6499876"/>
                  <a:pt x="669658" y="6501616"/>
                </a:cubicBezTo>
                <a:cubicBezTo>
                  <a:pt x="679072" y="6504276"/>
                  <a:pt x="682961" y="6507960"/>
                  <a:pt x="684700" y="6509597"/>
                </a:cubicBezTo>
                <a:cubicBezTo>
                  <a:pt x="685416" y="6510211"/>
                  <a:pt x="686951" y="6511439"/>
                  <a:pt x="687156" y="6512462"/>
                </a:cubicBezTo>
                <a:cubicBezTo>
                  <a:pt x="687258" y="6513076"/>
                  <a:pt x="687054" y="6513383"/>
                  <a:pt x="685826" y="6513792"/>
                </a:cubicBezTo>
                <a:cubicBezTo>
                  <a:pt x="684598" y="6514202"/>
                  <a:pt x="682961" y="6514406"/>
                  <a:pt x="682756" y="6514406"/>
                </a:cubicBezTo>
                <a:cubicBezTo>
                  <a:pt x="682551" y="6514509"/>
                  <a:pt x="682858" y="6515020"/>
                  <a:pt x="683063" y="6515327"/>
                </a:cubicBezTo>
                <a:cubicBezTo>
                  <a:pt x="686337" y="6519830"/>
                  <a:pt x="690840" y="6524843"/>
                  <a:pt x="692272" y="6533029"/>
                </a:cubicBezTo>
                <a:cubicBezTo>
                  <a:pt x="693807" y="6542443"/>
                  <a:pt x="697491" y="6546229"/>
                  <a:pt x="703528" y="6548378"/>
                </a:cubicBezTo>
                <a:cubicBezTo>
                  <a:pt x="707723" y="6549811"/>
                  <a:pt x="712840" y="6550220"/>
                  <a:pt x="714886" y="6551653"/>
                </a:cubicBezTo>
                <a:cubicBezTo>
                  <a:pt x="716933" y="6553085"/>
                  <a:pt x="717342" y="6555132"/>
                  <a:pt x="714886" y="6558099"/>
                </a:cubicBezTo>
                <a:cubicBezTo>
                  <a:pt x="712123" y="6561373"/>
                  <a:pt x="711202" y="6560862"/>
                  <a:pt x="713556" y="6563727"/>
                </a:cubicBezTo>
                <a:cubicBezTo>
                  <a:pt x="715398" y="6566080"/>
                  <a:pt x="715705" y="6565876"/>
                  <a:pt x="717547" y="6567104"/>
                </a:cubicBezTo>
                <a:cubicBezTo>
                  <a:pt x="718570" y="6567820"/>
                  <a:pt x="718570" y="6569048"/>
                  <a:pt x="718468" y="6569764"/>
                </a:cubicBezTo>
                <a:cubicBezTo>
                  <a:pt x="718365" y="6570480"/>
                  <a:pt x="718263" y="6570787"/>
                  <a:pt x="716626" y="6572220"/>
                </a:cubicBezTo>
                <a:cubicBezTo>
                  <a:pt x="714272" y="6574266"/>
                  <a:pt x="711100" y="6576211"/>
                  <a:pt x="710691" y="6576415"/>
                </a:cubicBezTo>
                <a:cubicBezTo>
                  <a:pt x="710077" y="6576722"/>
                  <a:pt x="710179" y="6577131"/>
                  <a:pt x="710384" y="6577131"/>
                </a:cubicBezTo>
                <a:cubicBezTo>
                  <a:pt x="710691" y="6577131"/>
                  <a:pt x="711509" y="6577131"/>
                  <a:pt x="711919" y="6577131"/>
                </a:cubicBezTo>
                <a:cubicBezTo>
                  <a:pt x="712430" y="6577029"/>
                  <a:pt x="712737" y="6577029"/>
                  <a:pt x="714579" y="6576927"/>
                </a:cubicBezTo>
                <a:cubicBezTo>
                  <a:pt x="716114" y="6576824"/>
                  <a:pt x="717137" y="6577234"/>
                  <a:pt x="718161" y="6578769"/>
                </a:cubicBezTo>
                <a:cubicBezTo>
                  <a:pt x="719491" y="6580610"/>
                  <a:pt x="718979" y="6580815"/>
                  <a:pt x="718468" y="6582043"/>
                </a:cubicBezTo>
                <a:cubicBezTo>
                  <a:pt x="716728" y="6586238"/>
                  <a:pt x="717649" y="6587978"/>
                  <a:pt x="719388" y="6590638"/>
                </a:cubicBezTo>
                <a:cubicBezTo>
                  <a:pt x="722151" y="6594936"/>
                  <a:pt x="724812" y="6601485"/>
                  <a:pt x="712737" y="6605987"/>
                </a:cubicBezTo>
                <a:cubicBezTo>
                  <a:pt x="698616" y="6611410"/>
                  <a:pt x="693909" y="6608954"/>
                  <a:pt x="687668" y="6625531"/>
                </a:cubicBezTo>
                <a:cubicBezTo>
                  <a:pt x="682347" y="6639754"/>
                  <a:pt x="679584" y="6645587"/>
                  <a:pt x="686951" y="6647429"/>
                </a:cubicBezTo>
                <a:cubicBezTo>
                  <a:pt x="697491" y="6650089"/>
                  <a:pt x="706598" y="6653261"/>
                  <a:pt x="710384" y="6655001"/>
                </a:cubicBezTo>
                <a:cubicBezTo>
                  <a:pt x="712635" y="6656024"/>
                  <a:pt x="713965" y="6656945"/>
                  <a:pt x="714886" y="6657661"/>
                </a:cubicBezTo>
                <a:cubicBezTo>
                  <a:pt x="758374" y="6643438"/>
                  <a:pt x="789788" y="6602508"/>
                  <a:pt x="789788" y="6554211"/>
                </a:cubicBezTo>
                <a:cubicBezTo>
                  <a:pt x="789788" y="6494044"/>
                  <a:pt x="741081" y="6445337"/>
                  <a:pt x="680914" y="6445337"/>
                </a:cubicBezTo>
                <a:close/>
                <a:moveTo>
                  <a:pt x="0" y="0"/>
                </a:moveTo>
                <a:lnTo>
                  <a:pt x="11571707" y="0"/>
                </a:lnTo>
                <a:lnTo>
                  <a:pt x="11571707" y="6857997"/>
                </a:lnTo>
                <a:lnTo>
                  <a:pt x="0" y="685799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endParaRPr lang="nl-NL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5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ellow: Statement &amp; Quote">
    <p:bg>
      <p:bgPr>
        <a:solidFill>
          <a:srgbClr val="F3D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A5332-4B8C-9193-F51B-F06748C8CC22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1474"/>
            <a:ext cx="6124392" cy="6858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375" y="1109663"/>
            <a:ext cx="4787265" cy="4638674"/>
          </a:xfrm>
        </p:spPr>
        <p:txBody>
          <a:bodyPr tIns="0" anchor="ctr">
            <a:noAutofit/>
          </a:bodyPr>
          <a:lstStyle>
            <a:lvl1pPr>
              <a:defRPr sz="2400" b="1" i="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 marL="0" indent="0">
              <a:buFont typeface="Danone One Light" panose="020B0304030202020204" pitchFamily="34" charset="0"/>
              <a:buNone/>
              <a:defRPr sz="1400" i="1">
                <a:solidFill>
                  <a:schemeClr val="bg1"/>
                </a:solidFill>
                <a:latin typeface="Danone One" panose="020B050403020202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Statement / quote</a:t>
            </a:r>
          </a:p>
          <a:p>
            <a:pPr lvl="1"/>
            <a:r>
              <a:rPr lang="en-US"/>
              <a:t>Insert description text</a:t>
            </a:r>
          </a:p>
          <a:p>
            <a:pPr lvl="2"/>
            <a:r>
              <a:rPr lang="en-US"/>
              <a:t>Source/reference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3FD54CB5-F24C-467C-BA56-96CC2673C4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Help 1">
            <a:extLst>
              <a:ext uri="{FF2B5EF4-FFF2-40B4-BE49-F238E27FC236}">
                <a16:creationId xmlns:a16="http://schemas.microsoft.com/office/drawing/2014/main" id="{0AD1C8D1-1248-0FF5-2F19-2FE91846E5C5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5" name="Help 2">
            <a:extLst>
              <a:ext uri="{FF2B5EF4-FFF2-40B4-BE49-F238E27FC236}">
                <a16:creationId xmlns:a16="http://schemas.microsoft.com/office/drawing/2014/main" id="{F19ADA3E-F48D-1118-0D15-CF07E7ED0BC2}"/>
              </a:ext>
            </a:extLst>
          </p:cNvPr>
          <p:cNvPicPr>
            <a:picLocks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9" name="Help 3">
            <a:extLst>
              <a:ext uri="{FF2B5EF4-FFF2-40B4-BE49-F238E27FC236}">
                <a16:creationId xmlns:a16="http://schemas.microsoft.com/office/drawing/2014/main" id="{EED34B2A-013B-9F14-B48C-616E04CE829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0" name="Help 4">
            <a:extLst>
              <a:ext uri="{FF2B5EF4-FFF2-40B4-BE49-F238E27FC236}">
                <a16:creationId xmlns:a16="http://schemas.microsoft.com/office/drawing/2014/main" id="{FB140557-5E19-EF05-6991-F66DE3F326FB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1" name="Help 5">
            <a:extLst>
              <a:ext uri="{FF2B5EF4-FFF2-40B4-BE49-F238E27FC236}">
                <a16:creationId xmlns:a16="http://schemas.microsoft.com/office/drawing/2014/main" id="{9B30F513-25CF-7374-868C-51144E8B6B82}"/>
              </a:ext>
            </a:extLst>
          </p:cNvPr>
          <p:cNvPicPr>
            <a:picLocks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13" name="Help 6">
            <a:extLst>
              <a:ext uri="{FF2B5EF4-FFF2-40B4-BE49-F238E27FC236}">
                <a16:creationId xmlns:a16="http://schemas.microsoft.com/office/drawing/2014/main" id="{C2C49CCA-6640-B9B5-49F8-41C757635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7">
            <a:extLst>
              <a:ext uri="{FF2B5EF4-FFF2-40B4-BE49-F238E27FC236}">
                <a16:creationId xmlns:a16="http://schemas.microsoft.com/office/drawing/2014/main" id="{72685CFA-5189-1831-73A1-73322734EE27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pic>
        <p:nvPicPr>
          <p:cNvPr id="15" name="Danone-_Danone_Logo_Seconadry_Watercolour_Horizontal.png">
            <a:extLst>
              <a:ext uri="{FF2B5EF4-FFF2-40B4-BE49-F238E27FC236}">
                <a16:creationId xmlns:a16="http://schemas.microsoft.com/office/drawing/2014/main" id="{1CF1E78B-E597-E88B-BCA4-80D931C49BAF}"/>
              </a:ext>
            </a:extLst>
          </p:cNvPr>
          <p:cNvPicPr>
            <a:picLocks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2245" y="6445340"/>
            <a:ext cx="869765" cy="217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5893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2069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ellow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40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76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7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6.xml"/><Relationship Id="rId25" Type="http://schemas.openxmlformats.org/officeDocument/2006/relationships/theme" Target="../theme/theme5.xml"/><Relationship Id="rId2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99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24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4.xml"/><Relationship Id="rId23" Type="http://schemas.openxmlformats.org/officeDocument/2006/relationships/slideLayout" Target="../slideLayouts/slideLayout10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89.xml"/><Relationship Id="rId19" Type="http://schemas.openxmlformats.org/officeDocument/2006/relationships/slideLayout" Target="../slideLayouts/slideLayout98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93.xml"/><Relationship Id="rId22" Type="http://schemas.openxmlformats.org/officeDocument/2006/relationships/slideLayout" Target="../slideLayouts/slideLayout101.xml"/><Relationship Id="rId27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116.xml"/><Relationship Id="rId18" Type="http://schemas.openxmlformats.org/officeDocument/2006/relationships/slideLayout" Target="../slideLayouts/slideLayout121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10.xml"/><Relationship Id="rId12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120.xml"/><Relationship Id="rId25" Type="http://schemas.openxmlformats.org/officeDocument/2006/relationships/theme" Target="../theme/theme6.xml"/><Relationship Id="rId2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19.xml"/><Relationship Id="rId20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4.xml"/><Relationship Id="rId24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18.xml"/><Relationship Id="rId23" Type="http://schemas.openxmlformats.org/officeDocument/2006/relationships/slideLayout" Target="../slideLayouts/slideLayout126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13.xml"/><Relationship Id="rId19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Relationship Id="rId14" Type="http://schemas.openxmlformats.org/officeDocument/2006/relationships/slideLayout" Target="../slideLayouts/slideLayout117.xml"/><Relationship Id="rId22" Type="http://schemas.openxmlformats.org/officeDocument/2006/relationships/slideLayout" Target="../slideLayouts/slideLayout125.xml"/><Relationship Id="rId27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/><Relationship Id="rId13" Type="http://schemas.openxmlformats.org/officeDocument/2006/relationships/slideLayout" Target="../slideLayouts/slideLayout140.xml"/><Relationship Id="rId18" Type="http://schemas.openxmlformats.org/officeDocument/2006/relationships/slideLayout" Target="../slideLayouts/slideLayout145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130.xml"/><Relationship Id="rId21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34.xml"/><Relationship Id="rId12" Type="http://schemas.openxmlformats.org/officeDocument/2006/relationships/slideLayout" Target="../slideLayouts/slideLayout139.xml"/><Relationship Id="rId17" Type="http://schemas.openxmlformats.org/officeDocument/2006/relationships/slideLayout" Target="../slideLayouts/slideLayout144.xml"/><Relationship Id="rId25" Type="http://schemas.openxmlformats.org/officeDocument/2006/relationships/theme" Target="../theme/theme7.xml"/><Relationship Id="rId2" Type="http://schemas.openxmlformats.org/officeDocument/2006/relationships/slideLayout" Target="../slideLayouts/slideLayout129.xml"/><Relationship Id="rId16" Type="http://schemas.openxmlformats.org/officeDocument/2006/relationships/slideLayout" Target="../slideLayouts/slideLayout143.xml"/><Relationship Id="rId20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138.xml"/><Relationship Id="rId24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42.xml"/><Relationship Id="rId23" Type="http://schemas.openxmlformats.org/officeDocument/2006/relationships/slideLayout" Target="../slideLayouts/slideLayout150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37.xml"/><Relationship Id="rId19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31.xml"/><Relationship Id="rId9" Type="http://schemas.openxmlformats.org/officeDocument/2006/relationships/slideLayout" Target="../slideLayouts/slideLayout136.xml"/><Relationship Id="rId14" Type="http://schemas.openxmlformats.org/officeDocument/2006/relationships/slideLayout" Target="../slideLayouts/slideLayout141.xml"/><Relationship Id="rId22" Type="http://schemas.openxmlformats.org/officeDocument/2006/relationships/slideLayout" Target="../slideLayouts/slideLayout149.xml"/><Relationship Id="rId27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slideLayout" Target="../slideLayouts/slideLayout164.xml"/><Relationship Id="rId18" Type="http://schemas.openxmlformats.org/officeDocument/2006/relationships/slideLayout" Target="../slideLayouts/slideLayout169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154.xml"/><Relationship Id="rId21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17" Type="http://schemas.openxmlformats.org/officeDocument/2006/relationships/slideLayout" Target="../slideLayouts/slideLayout168.xml"/><Relationship Id="rId25" Type="http://schemas.openxmlformats.org/officeDocument/2006/relationships/theme" Target="../theme/theme8.xml"/><Relationship Id="rId2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67.xml"/><Relationship Id="rId20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24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66.xml"/><Relationship Id="rId23" Type="http://schemas.openxmlformats.org/officeDocument/2006/relationships/slideLayout" Target="../slideLayouts/slideLayout174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61.xml"/><Relationship Id="rId19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slideLayout" Target="../slideLayouts/slideLayout165.xml"/><Relationship Id="rId22" Type="http://schemas.openxmlformats.org/officeDocument/2006/relationships/slideLayout" Target="../slideLayouts/slideLayout173.xml"/><Relationship Id="rId27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3.xml"/><Relationship Id="rId13" Type="http://schemas.openxmlformats.org/officeDocument/2006/relationships/slideLayout" Target="../slideLayouts/slideLayout188.xml"/><Relationship Id="rId18" Type="http://schemas.openxmlformats.org/officeDocument/2006/relationships/slideLayout" Target="../slideLayouts/slideLayout193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178.xml"/><Relationship Id="rId21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82.xml"/><Relationship Id="rId12" Type="http://schemas.openxmlformats.org/officeDocument/2006/relationships/slideLayout" Target="../slideLayouts/slideLayout187.xml"/><Relationship Id="rId17" Type="http://schemas.openxmlformats.org/officeDocument/2006/relationships/slideLayout" Target="../slideLayouts/slideLayout192.xml"/><Relationship Id="rId25" Type="http://schemas.openxmlformats.org/officeDocument/2006/relationships/theme" Target="../theme/theme9.xml"/><Relationship Id="rId2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91.xml"/><Relationship Id="rId20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76.xml"/><Relationship Id="rId6" Type="http://schemas.openxmlformats.org/officeDocument/2006/relationships/slideLayout" Target="../slideLayouts/slideLayout181.xml"/><Relationship Id="rId11" Type="http://schemas.openxmlformats.org/officeDocument/2006/relationships/slideLayout" Target="../slideLayouts/slideLayout186.xml"/><Relationship Id="rId24" Type="http://schemas.openxmlformats.org/officeDocument/2006/relationships/slideLayout" Target="../slideLayouts/slideLayout199.xml"/><Relationship Id="rId5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90.xml"/><Relationship Id="rId23" Type="http://schemas.openxmlformats.org/officeDocument/2006/relationships/slideLayout" Target="../slideLayouts/slideLayout198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85.xml"/><Relationship Id="rId19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79.xml"/><Relationship Id="rId9" Type="http://schemas.openxmlformats.org/officeDocument/2006/relationships/slideLayout" Target="../slideLayouts/slideLayout184.xml"/><Relationship Id="rId14" Type="http://schemas.openxmlformats.org/officeDocument/2006/relationships/slideLayout" Target="../slideLayouts/slideLayout189.xml"/><Relationship Id="rId22" Type="http://schemas.openxmlformats.org/officeDocument/2006/relationships/slideLayout" Target="../slideLayouts/slideLayout197.xml"/><Relationship Id="rId27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7.xml"/><Relationship Id="rId13" Type="http://schemas.openxmlformats.org/officeDocument/2006/relationships/slideLayout" Target="../slideLayouts/slideLayout212.xml"/><Relationship Id="rId18" Type="http://schemas.openxmlformats.org/officeDocument/2006/relationships/slideLayout" Target="../slideLayouts/slideLayout217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202.xml"/><Relationship Id="rId21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06.xml"/><Relationship Id="rId12" Type="http://schemas.openxmlformats.org/officeDocument/2006/relationships/slideLayout" Target="../slideLayouts/slideLayout211.xml"/><Relationship Id="rId17" Type="http://schemas.openxmlformats.org/officeDocument/2006/relationships/slideLayout" Target="../slideLayouts/slideLayout216.xml"/><Relationship Id="rId25" Type="http://schemas.openxmlformats.org/officeDocument/2006/relationships/theme" Target="../theme/theme10.xml"/><Relationship Id="rId2" Type="http://schemas.openxmlformats.org/officeDocument/2006/relationships/slideLayout" Target="../slideLayouts/slideLayout201.xml"/><Relationship Id="rId16" Type="http://schemas.openxmlformats.org/officeDocument/2006/relationships/slideLayout" Target="../slideLayouts/slideLayout215.xml"/><Relationship Id="rId2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00.xml"/><Relationship Id="rId6" Type="http://schemas.openxmlformats.org/officeDocument/2006/relationships/slideLayout" Target="../slideLayouts/slideLayout205.xml"/><Relationship Id="rId11" Type="http://schemas.openxmlformats.org/officeDocument/2006/relationships/slideLayout" Target="../slideLayouts/slideLayout210.xml"/><Relationship Id="rId24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214.xml"/><Relationship Id="rId23" Type="http://schemas.openxmlformats.org/officeDocument/2006/relationships/slideLayout" Target="../slideLayouts/slideLayout22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209.xml"/><Relationship Id="rId19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03.xml"/><Relationship Id="rId9" Type="http://schemas.openxmlformats.org/officeDocument/2006/relationships/slideLayout" Target="../slideLayouts/slideLayout208.xml"/><Relationship Id="rId14" Type="http://schemas.openxmlformats.org/officeDocument/2006/relationships/slideLayout" Target="../slideLayouts/slideLayout213.xml"/><Relationship Id="rId22" Type="http://schemas.openxmlformats.org/officeDocument/2006/relationships/slideLayout" Target="../slideLayouts/slideLayout221.xml"/><Relationship Id="rId27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1.xml"/><Relationship Id="rId13" Type="http://schemas.openxmlformats.org/officeDocument/2006/relationships/slideLayout" Target="../slideLayouts/slideLayout236.xml"/><Relationship Id="rId18" Type="http://schemas.openxmlformats.org/officeDocument/2006/relationships/slideLayout" Target="../slideLayouts/slideLayout241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226.xml"/><Relationship Id="rId21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30.xml"/><Relationship Id="rId12" Type="http://schemas.openxmlformats.org/officeDocument/2006/relationships/slideLayout" Target="../slideLayouts/slideLayout235.xml"/><Relationship Id="rId17" Type="http://schemas.openxmlformats.org/officeDocument/2006/relationships/slideLayout" Target="../slideLayouts/slideLayout240.xml"/><Relationship Id="rId25" Type="http://schemas.openxmlformats.org/officeDocument/2006/relationships/theme" Target="../theme/theme11.xml"/><Relationship Id="rId2" Type="http://schemas.openxmlformats.org/officeDocument/2006/relationships/slideLayout" Target="../slideLayouts/slideLayout225.xml"/><Relationship Id="rId16" Type="http://schemas.openxmlformats.org/officeDocument/2006/relationships/slideLayout" Target="../slideLayouts/slideLayout239.xml"/><Relationship Id="rId20" Type="http://schemas.openxmlformats.org/officeDocument/2006/relationships/slideLayout" Target="../slideLayouts/slideLayout243.xml"/><Relationship Id="rId1" Type="http://schemas.openxmlformats.org/officeDocument/2006/relationships/slideLayout" Target="../slideLayouts/slideLayout224.xml"/><Relationship Id="rId6" Type="http://schemas.openxmlformats.org/officeDocument/2006/relationships/slideLayout" Target="../slideLayouts/slideLayout229.xml"/><Relationship Id="rId11" Type="http://schemas.openxmlformats.org/officeDocument/2006/relationships/slideLayout" Target="../slideLayouts/slideLayout234.xml"/><Relationship Id="rId24" Type="http://schemas.openxmlformats.org/officeDocument/2006/relationships/slideLayout" Target="../slideLayouts/slideLayout247.xml"/><Relationship Id="rId5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38.xml"/><Relationship Id="rId23" Type="http://schemas.openxmlformats.org/officeDocument/2006/relationships/slideLayout" Target="../slideLayouts/slideLayout246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233.xml"/><Relationship Id="rId19" Type="http://schemas.openxmlformats.org/officeDocument/2006/relationships/slideLayout" Target="../slideLayouts/slideLayout242.xml"/><Relationship Id="rId4" Type="http://schemas.openxmlformats.org/officeDocument/2006/relationships/slideLayout" Target="../slideLayouts/slideLayout227.xml"/><Relationship Id="rId9" Type="http://schemas.openxmlformats.org/officeDocument/2006/relationships/slideLayout" Target="../slideLayouts/slideLayout232.xml"/><Relationship Id="rId14" Type="http://schemas.openxmlformats.org/officeDocument/2006/relationships/slideLayout" Target="../slideLayouts/slideLayout237.xml"/><Relationship Id="rId22" Type="http://schemas.openxmlformats.org/officeDocument/2006/relationships/slideLayout" Target="../slideLayouts/slideLayout245.xml"/><Relationship Id="rId27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13" Type="http://schemas.openxmlformats.org/officeDocument/2006/relationships/slideLayout" Target="../slideLayouts/slideLayout260.xml"/><Relationship Id="rId18" Type="http://schemas.openxmlformats.org/officeDocument/2006/relationships/slideLayout" Target="../slideLayouts/slideLayout265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250.xml"/><Relationship Id="rId21" Type="http://schemas.openxmlformats.org/officeDocument/2006/relationships/slideLayout" Target="../slideLayouts/slideLayout268.xml"/><Relationship Id="rId7" Type="http://schemas.openxmlformats.org/officeDocument/2006/relationships/slideLayout" Target="../slideLayouts/slideLayout254.xml"/><Relationship Id="rId12" Type="http://schemas.openxmlformats.org/officeDocument/2006/relationships/slideLayout" Target="../slideLayouts/slideLayout259.xml"/><Relationship Id="rId17" Type="http://schemas.openxmlformats.org/officeDocument/2006/relationships/slideLayout" Target="../slideLayouts/slideLayout264.xml"/><Relationship Id="rId25" Type="http://schemas.openxmlformats.org/officeDocument/2006/relationships/theme" Target="../theme/theme12.xml"/><Relationship Id="rId2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63.xml"/><Relationship Id="rId20" Type="http://schemas.openxmlformats.org/officeDocument/2006/relationships/slideLayout" Target="../slideLayouts/slideLayout267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8.xml"/><Relationship Id="rId24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62.xml"/><Relationship Id="rId23" Type="http://schemas.openxmlformats.org/officeDocument/2006/relationships/slideLayout" Target="../slideLayouts/slideLayout270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257.xml"/><Relationship Id="rId19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Relationship Id="rId14" Type="http://schemas.openxmlformats.org/officeDocument/2006/relationships/slideLayout" Target="../slideLayouts/slideLayout261.xml"/><Relationship Id="rId22" Type="http://schemas.openxmlformats.org/officeDocument/2006/relationships/slideLayout" Target="../slideLayouts/slideLayout269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Help1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6" name="Help 1">
            <a:extLst>
              <a:ext uri="{FF2B5EF4-FFF2-40B4-BE49-F238E27FC236}">
                <a16:creationId xmlns:a16="http://schemas.microsoft.com/office/drawing/2014/main" id="{36F5FB4E-BA1F-E415-22EF-29C57D7B6A23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grpSp>
        <p:nvGrpSpPr>
          <p:cNvPr id="17" name="Help 2">
            <a:extLst>
              <a:ext uri="{FF2B5EF4-FFF2-40B4-BE49-F238E27FC236}">
                <a16:creationId xmlns:a16="http://schemas.microsoft.com/office/drawing/2014/main" id="{E200B440-8080-7EEA-3B38-31A40F522D0C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C650F40A-7A2B-B5BD-8CA6-D99FCB833DC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F75AA13C-3C43-19BE-860A-BF76E71C9005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CAEE27C8-4890-0E7D-C8F7-897BF6BB83A4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535848B-7080-EAE5-693F-7EC849C70B64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22" name="Help 3">
            <a:extLst>
              <a:ext uri="{FF2B5EF4-FFF2-40B4-BE49-F238E27FC236}">
                <a16:creationId xmlns:a16="http://schemas.microsoft.com/office/drawing/2014/main" id="{A72DE13B-45DE-F6AD-76DE-BF3886AFC0D6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3" name="Help 4">
            <a:extLst>
              <a:ext uri="{FF2B5EF4-FFF2-40B4-BE49-F238E27FC236}">
                <a16:creationId xmlns:a16="http://schemas.microsoft.com/office/drawing/2014/main" id="{C276EFB4-7C11-7BD2-53D8-7011E5F1B43B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24" name="Help 5">
            <a:extLst>
              <a:ext uri="{FF2B5EF4-FFF2-40B4-BE49-F238E27FC236}">
                <a16:creationId xmlns:a16="http://schemas.microsoft.com/office/drawing/2014/main" id="{31C71525-0EEC-BA4A-D2AD-0FA87B162F30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5" name="Help 6">
            <a:extLst>
              <a:ext uri="{FF2B5EF4-FFF2-40B4-BE49-F238E27FC236}">
                <a16:creationId xmlns:a16="http://schemas.microsoft.com/office/drawing/2014/main" id="{672FDFDF-BC4E-BEBA-A3A1-DAC2EB0C1709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26" name="Help 7">
            <a:extLst>
              <a:ext uri="{FF2B5EF4-FFF2-40B4-BE49-F238E27FC236}">
                <a16:creationId xmlns:a16="http://schemas.microsoft.com/office/drawing/2014/main" id="{93FC229D-67CB-3CEF-5EE8-BE0A3B6DB8FB}"/>
              </a:ext>
            </a:extLst>
          </p:cNvPr>
          <p:cNvPicPr>
            <a:picLocks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27" name="Help 8">
            <a:extLst>
              <a:ext uri="{FF2B5EF4-FFF2-40B4-BE49-F238E27FC236}">
                <a16:creationId xmlns:a16="http://schemas.microsoft.com/office/drawing/2014/main" id="{A90953FF-8810-AE76-3CF3-463E8ED05CC7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28" name="Help 9">
            <a:extLst>
              <a:ext uri="{FF2B5EF4-FFF2-40B4-BE49-F238E27FC236}">
                <a16:creationId xmlns:a16="http://schemas.microsoft.com/office/drawing/2014/main" id="{F45B9CEB-3C3B-4D69-A1F1-09C639F924A7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9" name="Help 10">
            <a:extLst>
              <a:ext uri="{FF2B5EF4-FFF2-40B4-BE49-F238E27FC236}">
                <a16:creationId xmlns:a16="http://schemas.microsoft.com/office/drawing/2014/main" id="{D862C4B3-5953-C57C-6106-85140D99062F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sp>
        <p:nvSpPr>
          <p:cNvPr id="30" name="Help 11">
            <a:extLst>
              <a:ext uri="{FF2B5EF4-FFF2-40B4-BE49-F238E27FC236}">
                <a16:creationId xmlns:a16="http://schemas.microsoft.com/office/drawing/2014/main" id="{517A9435-E94B-0B79-4CFC-10C6475192F3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1" name="Help 12">
            <a:extLst>
              <a:ext uri="{FF2B5EF4-FFF2-40B4-BE49-F238E27FC236}">
                <a16:creationId xmlns:a16="http://schemas.microsoft.com/office/drawing/2014/main" id="{DD48E81F-21C5-C272-E216-A4034D4E1365}"/>
              </a:ext>
            </a:extLst>
          </p:cNvPr>
          <p:cNvSpPr>
            <a:spLocks/>
          </p:cNvSpPr>
          <p:nvPr userDrawn="1"/>
        </p:nvSpPr>
        <p:spPr>
          <a:xfrm>
            <a:off x="1227146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2EBB0512-B8E8-6BFC-F2DF-9940016E41B0}"/>
              </a:ext>
            </a:extLst>
          </p:cNvPr>
          <p:cNvPicPr>
            <a:picLocks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58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4430" r:id="rId2"/>
    <p:sldLayoutId id="2147483878" r:id="rId3"/>
    <p:sldLayoutId id="2147484697" r:id="rId4"/>
    <p:sldLayoutId id="2147484435" r:id="rId5"/>
    <p:sldLayoutId id="2147484699" r:id="rId6"/>
    <p:sldLayoutId id="2147484700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255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97" userDrawn="1">
          <p15:clr>
            <a:srgbClr val="F26B43"/>
          </p15:clr>
        </p15:guide>
        <p15:guide id="6" orient="horz" pos="6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1094" userDrawn="1">
          <p15:clr>
            <a:srgbClr val="F26B43"/>
          </p15:clr>
        </p15:guide>
        <p15:guide id="9" orient="horz" pos="41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752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67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4" r:id="rId1"/>
    <p:sldLayoutId id="2147484415" r:id="rId2"/>
    <p:sldLayoutId id="2147484418" r:id="rId3"/>
    <p:sldLayoutId id="2147484411" r:id="rId4"/>
    <p:sldLayoutId id="2147484412" r:id="rId5"/>
    <p:sldLayoutId id="2147484413" r:id="rId6"/>
    <p:sldLayoutId id="2147484436" r:id="rId7"/>
    <p:sldLayoutId id="2147484438" r:id="rId8"/>
    <p:sldLayoutId id="2147484433" r:id="rId9"/>
    <p:sldLayoutId id="2147484437" r:id="rId10"/>
    <p:sldLayoutId id="2147484434" r:id="rId11"/>
    <p:sldLayoutId id="2147484432" r:id="rId12"/>
    <p:sldLayoutId id="2147484431" r:id="rId13"/>
    <p:sldLayoutId id="2147484416" r:id="rId14"/>
    <p:sldLayoutId id="2147484417" r:id="rId15"/>
    <p:sldLayoutId id="2147484419" r:id="rId16"/>
    <p:sldLayoutId id="2147484420" r:id="rId17"/>
    <p:sldLayoutId id="2147484421" r:id="rId18"/>
    <p:sldLayoutId id="2147484422" r:id="rId19"/>
    <p:sldLayoutId id="2147484424" r:id="rId20"/>
    <p:sldLayoutId id="2147484425" r:id="rId21"/>
    <p:sldLayoutId id="2147484426" r:id="rId22"/>
    <p:sldLayoutId id="2147484427" r:id="rId23"/>
    <p:sldLayoutId id="2147484428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005EB8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255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97" userDrawn="1">
          <p15:clr>
            <a:srgbClr val="F26B43"/>
          </p15:clr>
        </p15:guide>
        <p15:guide id="6" orient="horz" pos="6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107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561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65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00ACED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04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3" r:id="rId1"/>
    <p:sldLayoutId id="2147484674" r:id="rId2"/>
    <p:sldLayoutId id="2147484675" r:id="rId3"/>
    <p:sldLayoutId id="2147484676" r:id="rId4"/>
    <p:sldLayoutId id="2147484677" r:id="rId5"/>
    <p:sldLayoutId id="2147484678" r:id="rId6"/>
    <p:sldLayoutId id="2147484679" r:id="rId7"/>
    <p:sldLayoutId id="2147484680" r:id="rId8"/>
    <p:sldLayoutId id="2147484681" r:id="rId9"/>
    <p:sldLayoutId id="2147484682" r:id="rId10"/>
    <p:sldLayoutId id="2147484683" r:id="rId11"/>
    <p:sldLayoutId id="2147484684" r:id="rId12"/>
    <p:sldLayoutId id="2147484685" r:id="rId13"/>
    <p:sldLayoutId id="2147484686" r:id="rId14"/>
    <p:sldLayoutId id="2147484687" r:id="rId15"/>
    <p:sldLayoutId id="2147484688" r:id="rId16"/>
    <p:sldLayoutId id="2147484689" r:id="rId17"/>
    <p:sldLayoutId id="2147484690" r:id="rId18"/>
    <p:sldLayoutId id="2147484691" r:id="rId19"/>
    <p:sldLayoutId id="2147484692" r:id="rId20"/>
    <p:sldLayoutId id="2147484693" r:id="rId21"/>
    <p:sldLayoutId id="2147484694" r:id="rId22"/>
    <p:sldLayoutId id="2147484695" r:id="rId23"/>
    <p:sldLayoutId id="2147484696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tx2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62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2" r:id="rId1"/>
    <p:sldLayoutId id="2147484493" r:id="rId2"/>
    <p:sldLayoutId id="2147484494" r:id="rId3"/>
    <p:sldLayoutId id="2147484495" r:id="rId4"/>
    <p:sldLayoutId id="2147484496" r:id="rId5"/>
    <p:sldLayoutId id="2147484497" r:id="rId6"/>
    <p:sldLayoutId id="2147484498" r:id="rId7"/>
    <p:sldLayoutId id="2147484499" r:id="rId8"/>
    <p:sldLayoutId id="2147484500" r:id="rId9"/>
    <p:sldLayoutId id="2147484501" r:id="rId10"/>
    <p:sldLayoutId id="2147484502" r:id="rId11"/>
    <p:sldLayoutId id="2147484503" r:id="rId12"/>
    <p:sldLayoutId id="2147484504" r:id="rId13"/>
    <p:sldLayoutId id="2147484505" r:id="rId14"/>
    <p:sldLayoutId id="2147484506" r:id="rId15"/>
    <p:sldLayoutId id="2147484507" r:id="rId16"/>
    <p:sldLayoutId id="2147484508" r:id="rId17"/>
    <p:sldLayoutId id="2147484509" r:id="rId18"/>
    <p:sldLayoutId id="2147484510" r:id="rId19"/>
    <p:sldLayoutId id="2147484511" r:id="rId20"/>
    <p:sldLayoutId id="2147484512" r:id="rId21"/>
    <p:sldLayoutId id="2147484513" r:id="rId22"/>
    <p:sldLayoutId id="2147484514" r:id="rId23"/>
    <p:sldLayoutId id="2147484515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EF3340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54AD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2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7" r:id="rId1"/>
    <p:sldLayoutId id="2147484518" r:id="rId2"/>
    <p:sldLayoutId id="2147484519" r:id="rId3"/>
    <p:sldLayoutId id="2147484520" r:id="rId4"/>
    <p:sldLayoutId id="2147484521" r:id="rId5"/>
    <p:sldLayoutId id="2147484522" r:id="rId6"/>
    <p:sldLayoutId id="2147484523" r:id="rId7"/>
    <p:sldLayoutId id="2147484524" r:id="rId8"/>
    <p:sldLayoutId id="2147484525" r:id="rId9"/>
    <p:sldLayoutId id="2147484526" r:id="rId10"/>
    <p:sldLayoutId id="2147484527" r:id="rId11"/>
    <p:sldLayoutId id="2147484528" r:id="rId12"/>
    <p:sldLayoutId id="2147484529" r:id="rId13"/>
    <p:sldLayoutId id="2147484530" r:id="rId14"/>
    <p:sldLayoutId id="2147484531" r:id="rId15"/>
    <p:sldLayoutId id="2147484532" r:id="rId16"/>
    <p:sldLayoutId id="2147484533" r:id="rId17"/>
    <p:sldLayoutId id="2147484534" r:id="rId18"/>
    <p:sldLayoutId id="2147484535" r:id="rId19"/>
    <p:sldLayoutId id="2147484536" r:id="rId20"/>
    <p:sldLayoutId id="2147484537" r:id="rId21"/>
    <p:sldLayoutId id="2147484538" r:id="rId22"/>
    <p:sldLayoutId id="2147484539" r:id="rId23"/>
    <p:sldLayoutId id="2147484540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54AD18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888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85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  <p:sldLayoutId id="2147484553" r:id="rId12"/>
    <p:sldLayoutId id="2147484554" r:id="rId13"/>
    <p:sldLayoutId id="2147484555" r:id="rId14"/>
    <p:sldLayoutId id="2147484556" r:id="rId15"/>
    <p:sldLayoutId id="2147484557" r:id="rId16"/>
    <p:sldLayoutId id="2147484558" r:id="rId17"/>
    <p:sldLayoutId id="2147484559" r:id="rId18"/>
    <p:sldLayoutId id="2147484560" r:id="rId19"/>
    <p:sldLayoutId id="2147484561" r:id="rId20"/>
    <p:sldLayoutId id="2147484562" r:id="rId21"/>
    <p:sldLayoutId id="2147484563" r:id="rId22"/>
    <p:sldLayoutId id="2147484564" r:id="rId23"/>
    <p:sldLayoutId id="2147484565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F88806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6"/>
            <a:ext cx="10837863" cy="46158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29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67" r:id="rId1"/>
    <p:sldLayoutId id="2147484568" r:id="rId2"/>
    <p:sldLayoutId id="2147484569" r:id="rId3"/>
    <p:sldLayoutId id="2147484570" r:id="rId4"/>
    <p:sldLayoutId id="2147484571" r:id="rId5"/>
    <p:sldLayoutId id="2147484572" r:id="rId6"/>
    <p:sldLayoutId id="2147484573" r:id="rId7"/>
    <p:sldLayoutId id="2147484574" r:id="rId8"/>
    <p:sldLayoutId id="2147484575" r:id="rId9"/>
    <p:sldLayoutId id="2147484576" r:id="rId10"/>
    <p:sldLayoutId id="2147484577" r:id="rId11"/>
    <p:sldLayoutId id="2147484578" r:id="rId12"/>
    <p:sldLayoutId id="2147484579" r:id="rId13"/>
    <p:sldLayoutId id="2147484580" r:id="rId14"/>
    <p:sldLayoutId id="2147484581" r:id="rId15"/>
    <p:sldLayoutId id="2147484582" r:id="rId16"/>
    <p:sldLayoutId id="2147484583" r:id="rId17"/>
    <p:sldLayoutId id="2147484584" r:id="rId18"/>
    <p:sldLayoutId id="2147484585" r:id="rId19"/>
    <p:sldLayoutId id="2147484586" r:id="rId20"/>
    <p:sldLayoutId id="2147484587" r:id="rId21"/>
    <p:sldLayoutId id="2147484588" r:id="rId22"/>
    <p:sldLayoutId id="2147484589" r:id="rId23"/>
    <p:sldLayoutId id="2147484590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00843D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BC9A2E20-56E9-43F3-D10C-94A80C8992C8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504030202020204" pitchFamily="3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561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65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0" r:id="rId1"/>
    <p:sldLayoutId id="2147484441" r:id="rId2"/>
    <p:sldLayoutId id="2147484442" r:id="rId3"/>
    <p:sldLayoutId id="2147484443" r:id="rId4"/>
    <p:sldLayoutId id="2147484444" r:id="rId5"/>
    <p:sldLayoutId id="2147484445" r:id="rId6"/>
    <p:sldLayoutId id="2147484446" r:id="rId7"/>
    <p:sldLayoutId id="2147484447" r:id="rId8"/>
    <p:sldLayoutId id="2147484448" r:id="rId9"/>
    <p:sldLayoutId id="2147484449" r:id="rId10"/>
    <p:sldLayoutId id="2147484450" r:id="rId11"/>
    <p:sldLayoutId id="2147484451" r:id="rId12"/>
    <p:sldLayoutId id="2147484452" r:id="rId13"/>
    <p:sldLayoutId id="2147484453" r:id="rId14"/>
    <p:sldLayoutId id="2147484454" r:id="rId15"/>
    <p:sldLayoutId id="2147484455" r:id="rId16"/>
    <p:sldLayoutId id="2147484456" r:id="rId17"/>
    <p:sldLayoutId id="2147484457" r:id="rId18"/>
    <p:sldLayoutId id="2147484458" r:id="rId19"/>
    <p:sldLayoutId id="2147484459" r:id="rId20"/>
    <p:sldLayoutId id="2147484460" r:id="rId21"/>
    <p:sldLayoutId id="2147484461" r:id="rId22"/>
    <p:sldLayoutId id="2147484462" r:id="rId23"/>
    <p:sldLayoutId id="2147484463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accent4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255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97" userDrawn="1">
          <p15:clr>
            <a:srgbClr val="F26B43"/>
          </p15:clr>
        </p15:guide>
        <p15:guide id="6" orient="horz" pos="6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1071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57BA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561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9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599" r:id="rId8"/>
    <p:sldLayoutId id="2147484600" r:id="rId9"/>
    <p:sldLayoutId id="2147484601" r:id="rId10"/>
    <p:sldLayoutId id="2147484602" r:id="rId11"/>
    <p:sldLayoutId id="2147484603" r:id="rId12"/>
    <p:sldLayoutId id="2147484604" r:id="rId13"/>
    <p:sldLayoutId id="2147484605" r:id="rId14"/>
    <p:sldLayoutId id="2147484606" r:id="rId15"/>
    <p:sldLayoutId id="2147484607" r:id="rId16"/>
    <p:sldLayoutId id="2147484608" r:id="rId17"/>
    <p:sldLayoutId id="2147484609" r:id="rId18"/>
    <p:sldLayoutId id="2147484610" r:id="rId19"/>
    <p:sldLayoutId id="2147484611" r:id="rId20"/>
    <p:sldLayoutId id="2147484612" r:id="rId21"/>
    <p:sldLayoutId id="2147484613" r:id="rId22"/>
    <p:sldLayoutId id="2147484614" r:id="rId23"/>
    <p:sldLayoutId id="2147484615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accent6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FB2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00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7" r:id="rId1"/>
    <p:sldLayoutId id="2147484618" r:id="rId2"/>
    <p:sldLayoutId id="2147484619" r:id="rId3"/>
    <p:sldLayoutId id="2147484620" r:id="rId4"/>
    <p:sldLayoutId id="2147484621" r:id="rId5"/>
    <p:sldLayoutId id="2147484622" r:id="rId6"/>
    <p:sldLayoutId id="2147484623" r:id="rId7"/>
    <p:sldLayoutId id="2147484624" r:id="rId8"/>
    <p:sldLayoutId id="2147484625" r:id="rId9"/>
    <p:sldLayoutId id="2147484626" r:id="rId10"/>
    <p:sldLayoutId id="2147484627" r:id="rId11"/>
    <p:sldLayoutId id="2147484628" r:id="rId12"/>
    <p:sldLayoutId id="2147484629" r:id="rId13"/>
    <p:sldLayoutId id="2147484630" r:id="rId14"/>
    <p:sldLayoutId id="2147484631" r:id="rId15"/>
    <p:sldLayoutId id="2147484632" r:id="rId16"/>
    <p:sldLayoutId id="2147484633" r:id="rId17"/>
    <p:sldLayoutId id="2147484634" r:id="rId18"/>
    <p:sldLayoutId id="2147484635" r:id="rId19"/>
    <p:sldLayoutId id="2147484636" r:id="rId20"/>
    <p:sldLayoutId id="2147484637" r:id="rId21"/>
    <p:sldLayoutId id="2147484638" r:id="rId22"/>
    <p:sldLayoutId id="2147484639" r:id="rId23"/>
    <p:sldLayoutId id="2147484640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FFB2BE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D4E7E097-C732-F013-7BE5-13D4EC406357}"/>
              </a:ext>
            </a:extLst>
          </p:cNvPr>
          <p:cNvPicPr>
            <a:picLocks/>
          </p:cNvPicPr>
          <p:nvPr userDrawn="1"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149" y="6423696"/>
            <a:ext cx="869765" cy="26124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3D0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r:embed="rId2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158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45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  <p:sldLayoutId id="2147484644" r:id="rId3"/>
    <p:sldLayoutId id="2147484645" r:id="rId4"/>
    <p:sldLayoutId id="2147484646" r:id="rId5"/>
    <p:sldLayoutId id="2147484647" r:id="rId6"/>
    <p:sldLayoutId id="2147484648" r:id="rId7"/>
    <p:sldLayoutId id="2147484649" r:id="rId8"/>
    <p:sldLayoutId id="2147484650" r:id="rId9"/>
    <p:sldLayoutId id="2147484651" r:id="rId10"/>
    <p:sldLayoutId id="2147484652" r:id="rId11"/>
    <p:sldLayoutId id="2147484653" r:id="rId12"/>
    <p:sldLayoutId id="2147484654" r:id="rId13"/>
    <p:sldLayoutId id="2147484655" r:id="rId14"/>
    <p:sldLayoutId id="2147484656" r:id="rId15"/>
    <p:sldLayoutId id="2147484657" r:id="rId16"/>
    <p:sldLayoutId id="2147484658" r:id="rId17"/>
    <p:sldLayoutId id="2147484659" r:id="rId18"/>
    <p:sldLayoutId id="2147484660" r:id="rId19"/>
    <p:sldLayoutId id="2147484661" r:id="rId20"/>
    <p:sldLayoutId id="2147484662" r:id="rId21"/>
    <p:sldLayoutId id="2147484663" r:id="rId22"/>
    <p:sldLayoutId id="2147484664" r:id="rId23"/>
    <p:sldLayoutId id="2147484665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F3D03E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D36B_888A0CCC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6AB1-FF8B-9C08-378C-A4816661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792" y="860644"/>
            <a:ext cx="6984000" cy="3867075"/>
          </a:xfrm>
        </p:spPr>
        <p:txBody>
          <a:bodyPr/>
          <a:lstStyle/>
          <a:p>
            <a:r>
              <a:rPr lang="fr-FR" b="1" dirty="0">
                <a:latin typeface="Danone One" panose="020B0504030202020204" charset="0"/>
              </a:rPr>
              <a:t>De l’ISO/NIST </a:t>
            </a:r>
            <a:br>
              <a:rPr lang="fr-FR" b="1" dirty="0">
                <a:latin typeface="Danone One" panose="020B0504030202020204" charset="0"/>
              </a:rPr>
            </a:br>
            <a:r>
              <a:rPr lang="fr-FR" b="1" dirty="0">
                <a:latin typeface="Danone One" panose="020B0504030202020204" charset="0"/>
              </a:rPr>
              <a:t>au Référentiel Danone</a:t>
            </a:r>
            <a:endParaRPr lang="nl-NL" sz="4800" i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2F755B3-D7D8-2DE1-3E94-DEB59BA13D32}"/>
              </a:ext>
            </a:extLst>
          </p:cNvPr>
          <p:cNvSpPr txBox="1"/>
          <p:nvPr/>
        </p:nvSpPr>
        <p:spPr>
          <a:xfrm>
            <a:off x="3415155" y="5065922"/>
            <a:ext cx="5683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22 Mai 2025 - Louis Capronnier</a:t>
            </a:r>
          </a:p>
        </p:txBody>
      </p:sp>
    </p:spTree>
    <p:extLst>
      <p:ext uri="{BB962C8B-B14F-4D97-AF65-F5344CB8AC3E}">
        <p14:creationId xmlns:p14="http://schemas.microsoft.com/office/powerpoint/2010/main" val="229074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044552-0C9B-1C10-D5E0-75E81BD8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924441" y="3070852"/>
            <a:ext cx="5911238" cy="365125"/>
          </a:xfrm>
        </p:spPr>
        <p:txBody>
          <a:bodyPr/>
          <a:lstStyle/>
          <a:p>
            <a:r>
              <a:rPr lang="fr-FR" sz="1400" dirty="0"/>
              <a:t>NIST CSF 2.0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FD8B63-0BAE-977E-1CE5-DE70A730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6" y="6333998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9B045EE8-90CA-FF91-8ECE-77EF9041BFF0}"/>
              </a:ext>
            </a:extLst>
          </p:cNvPr>
          <p:cNvSpPr txBox="1">
            <a:spLocks/>
          </p:cNvSpPr>
          <p:nvPr/>
        </p:nvSpPr>
        <p:spPr>
          <a:xfrm>
            <a:off x="392637" y="134512"/>
            <a:ext cx="10839600" cy="856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NIST CSF 2.0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7B9B1968-7DC5-2C2E-7F76-268DFFA6002A}"/>
              </a:ext>
            </a:extLst>
          </p:cNvPr>
          <p:cNvSpPr txBox="1">
            <a:spLocks/>
          </p:cNvSpPr>
          <p:nvPr/>
        </p:nvSpPr>
        <p:spPr>
          <a:xfrm>
            <a:off x="187530" y="3807197"/>
            <a:ext cx="3769935" cy="1872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Oswald Light" pitchFamily="2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Oswald Light" pitchFamily="2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cap="all" dirty="0">
                <a:solidFill>
                  <a:srgbClr val="005EB8"/>
                </a:solidFill>
                <a:latin typeface="Oswald SemiBold"/>
              </a:rPr>
              <a:t>CSF CORE</a:t>
            </a:r>
          </a:p>
          <a:p>
            <a:pPr marR="0" lvl="1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1800" dirty="0">
                <a:solidFill>
                  <a:srgbClr val="000000"/>
                </a:solidFill>
                <a:latin typeface="Danone One Light" panose="020B0304030202020204" pitchFamily="34" charset="0"/>
              </a:rPr>
              <a:t>est composé de 6 fonctions qui sont eux même composé de catégorie et sous catégorie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F14D8873-E6CE-2D1A-7C53-B392675CC556}"/>
              </a:ext>
            </a:extLst>
          </p:cNvPr>
          <p:cNvSpPr txBox="1">
            <a:spLocks/>
          </p:cNvSpPr>
          <p:nvPr/>
        </p:nvSpPr>
        <p:spPr>
          <a:xfrm>
            <a:off x="4417451" y="3828501"/>
            <a:ext cx="3357098" cy="1872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Oswald Light" pitchFamily="2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Oswald Light" pitchFamily="2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defRPr/>
            </a:pPr>
            <a:r>
              <a:rPr lang="fr-FR" cap="all" dirty="0">
                <a:solidFill>
                  <a:srgbClr val="005EB8"/>
                </a:solidFill>
                <a:latin typeface="Oswald SemiBold"/>
              </a:rPr>
              <a:t>Le profil organisationnel</a:t>
            </a:r>
          </a:p>
          <a:p>
            <a:pPr lvl="1">
              <a:defRPr/>
            </a:pPr>
            <a:r>
              <a:rPr lang="fr-FR" sz="1800" dirty="0">
                <a:solidFill>
                  <a:srgbClr val="000000"/>
                </a:solidFill>
                <a:latin typeface="Danone One Light" panose="020B0304030202020204" pitchFamily="34" charset="0"/>
              </a:rPr>
              <a:t>est une description synthétique de l’environnement de sécurité d’une organisation. Il inclut ses missions, ses objectifs, ses exigences réglementaires, ses fonctions critiques, et son niveau de maturité en cybersécurité.</a:t>
            </a:r>
            <a:endParaRPr lang="fr-FR" sz="1800" dirty="0">
              <a:solidFill>
                <a:srgbClr val="000000"/>
              </a:solidFill>
              <a:latin typeface="Oswald Light"/>
            </a:endParaRP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32BF921F-E0BA-FBA0-5FA8-036121F81B4C}"/>
              </a:ext>
            </a:extLst>
          </p:cNvPr>
          <p:cNvSpPr txBox="1">
            <a:spLocks/>
          </p:cNvSpPr>
          <p:nvPr/>
        </p:nvSpPr>
        <p:spPr>
          <a:xfrm>
            <a:off x="8125895" y="3783578"/>
            <a:ext cx="3134107" cy="1872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Oswald Light" pitchFamily="2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Oswald Light" pitchFamily="2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cap="all" dirty="0">
                <a:solidFill>
                  <a:srgbClr val="005EB8"/>
                </a:solidFill>
                <a:latin typeface="Oswald SemiBold"/>
              </a:rPr>
              <a:t>Les niveaux du CSF</a:t>
            </a:r>
          </a:p>
          <a:p>
            <a:pPr marR="0" lvl="1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1600" dirty="0">
                <a:solidFill>
                  <a:srgbClr val="000000"/>
                </a:solidFill>
                <a:latin typeface="Danone One Light" panose="020B0304030202020204" pitchFamily="34" charset="0"/>
              </a:rPr>
              <a:t>décrivent la maturité d’une organisation en cybersécurité sur 4 niveaux </a:t>
            </a:r>
            <a:endParaRPr lang="fr-FR" sz="1800" dirty="0">
              <a:solidFill>
                <a:srgbClr val="000000"/>
              </a:solidFill>
              <a:latin typeface="Oswald Light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35E6D92-E9A0-E732-18E9-7AC95CD6AE1D}"/>
              </a:ext>
            </a:extLst>
          </p:cNvPr>
          <p:cNvSpPr txBox="1"/>
          <p:nvPr/>
        </p:nvSpPr>
        <p:spPr>
          <a:xfrm>
            <a:off x="3047240" y="296778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25" name="Image 24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F2F2D0E8-55D6-47CC-D7CA-8912E1FFD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06" y="1228372"/>
            <a:ext cx="3632562" cy="2142644"/>
          </a:xfrm>
          <a:prstGeom prst="rect">
            <a:avLst/>
          </a:prstGeom>
        </p:spPr>
      </p:pic>
      <p:pic>
        <p:nvPicPr>
          <p:cNvPr id="26" name="Image 25" descr="Une image contenant texte, capture d’écran, cercle, Police&#10;&#10;Le contenu généré par l’IA peut être incorrect.">
            <a:extLst>
              <a:ext uri="{FF2B5EF4-FFF2-40B4-BE49-F238E27FC236}">
                <a16:creationId xmlns:a16="http://schemas.microsoft.com/office/drawing/2014/main" id="{23A09A63-07E1-0983-8944-C358EE453E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275" y="1643466"/>
            <a:ext cx="3781052" cy="1835139"/>
          </a:xfrm>
          <a:prstGeom prst="rect">
            <a:avLst/>
          </a:prstGeom>
        </p:spPr>
      </p:pic>
      <p:pic>
        <p:nvPicPr>
          <p:cNvPr id="27" name="Image 2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08868452-2145-C2CC-DC95-5720864F8E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174" y="1499420"/>
            <a:ext cx="3178339" cy="1753995"/>
          </a:xfrm>
          <a:prstGeom prst="rect">
            <a:avLst/>
          </a:prstGeom>
        </p:spPr>
      </p:pic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B1705C82-CFBF-B336-8361-BC0F4D6D8213}"/>
              </a:ext>
            </a:extLst>
          </p:cNvPr>
          <p:cNvCxnSpPr/>
          <p:nvPr/>
        </p:nvCxnSpPr>
        <p:spPr>
          <a:xfrm>
            <a:off x="4069082" y="1228372"/>
            <a:ext cx="0" cy="5361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38A06488-5629-CFE2-F689-1018DE6EA09E}"/>
              </a:ext>
            </a:extLst>
          </p:cNvPr>
          <p:cNvCxnSpPr/>
          <p:nvPr/>
        </p:nvCxnSpPr>
        <p:spPr>
          <a:xfrm>
            <a:off x="7886166" y="1228372"/>
            <a:ext cx="0" cy="52881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20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FAF73-52FF-E45C-31DF-E1F9CEE3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95D76F-36B5-8D8B-9330-8864B4C26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1400" dirty="0"/>
              <a:t>contexte de l’organisation (iso 27001</a:t>
            </a:r>
            <a:r>
              <a:rPr lang="fr-FR" dirty="0"/>
              <a:t>)</a:t>
            </a:r>
            <a:endParaRPr lang="en-GB" sz="1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E2583F-9C9D-9B2C-98DC-D9E135C7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4" y="6447703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4" name="Graphique 3" descr="Mille avec un remplissage uni">
            <a:extLst>
              <a:ext uri="{FF2B5EF4-FFF2-40B4-BE49-F238E27FC236}">
                <a16:creationId xmlns:a16="http://schemas.microsoft.com/office/drawing/2014/main" id="{44490F90-3A0F-4129-0BB2-FE7DBD781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2285" y="1968404"/>
            <a:ext cx="3541146" cy="3541146"/>
          </a:xfrm>
          <a:prstGeom prst="rect">
            <a:avLst/>
          </a:prstGeom>
          <a:ln>
            <a:noFill/>
          </a:ln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E1D5F48E-D4AA-726C-684A-4127F0F647E0}"/>
              </a:ext>
            </a:extLst>
          </p:cNvPr>
          <p:cNvSpPr txBox="1">
            <a:spLocks/>
          </p:cNvSpPr>
          <p:nvPr/>
        </p:nvSpPr>
        <p:spPr>
          <a:xfrm>
            <a:off x="65439" y="1100931"/>
            <a:ext cx="7669657" cy="46561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algn="just"/>
            <a:r>
              <a:rPr lang="fr-FR" sz="4300" b="1" cap="all" dirty="0">
                <a:solidFill>
                  <a:srgbClr val="005EB8"/>
                </a:solidFill>
                <a:latin typeface="Danone One Condensed" panose="020B0504030202020204" pitchFamily="34" charset="0"/>
              </a:rPr>
              <a:t>Objectif</a:t>
            </a:r>
          </a:p>
          <a:p>
            <a:pPr marL="457200" lvl="1" algn="just"/>
            <a:endParaRPr lang="fr-FR" sz="1600" b="1" dirty="0"/>
          </a:p>
          <a:p>
            <a:pPr lvl="3" indent="0" algn="just">
              <a:lnSpc>
                <a:spcPct val="110000"/>
              </a:lnSpc>
              <a:buNone/>
            </a:pPr>
            <a:endParaRPr lang="fr-FR" sz="2000" dirty="0"/>
          </a:p>
          <a:p>
            <a:pPr lvl="3" indent="0" algn="just">
              <a:lnSpc>
                <a:spcPct val="110000"/>
              </a:lnSpc>
              <a:buNone/>
            </a:pPr>
            <a:r>
              <a:rPr lang="fr-FR" sz="2000" dirty="0"/>
              <a:t>- </a:t>
            </a:r>
            <a:r>
              <a:rPr lang="fr-FR" sz="2000" b="1" dirty="0"/>
              <a:t>Selon le chapitre 4 de cette norme, l’organisation doit déterminer les enjeux internes et externes susceptibles d’avoir un impact sur la sécurité de l’information.</a:t>
            </a:r>
          </a:p>
          <a:p>
            <a:pPr lvl="3" indent="0" algn="just">
              <a:buFont typeface="Danone One Light" panose="020B0304030202020204" pitchFamily="34" charset="0"/>
              <a:buNone/>
            </a:pPr>
            <a:endParaRPr lang="fr-FR" sz="2000" b="1" dirty="0"/>
          </a:p>
          <a:p>
            <a:pPr lvl="3" indent="0" algn="just">
              <a:buFont typeface="Danone One Light" panose="020B0304030202020204" pitchFamily="34" charset="0"/>
              <a:buNone/>
            </a:pPr>
            <a:r>
              <a:rPr lang="fr-FR" sz="2000" b="1" dirty="0"/>
              <a:t>- Elle doit également identifier les parties intéressées, évaluer la pertinence de leurs exigences, puis décider lesquelles seront prises en compte.</a:t>
            </a:r>
          </a:p>
          <a:p>
            <a:pPr lvl="3" indent="0" algn="just">
              <a:buFont typeface="Danone One Light" panose="020B0304030202020204" pitchFamily="34" charset="0"/>
              <a:buNone/>
            </a:pPr>
            <a:endParaRPr lang="fr-FR" sz="2000" b="1" dirty="0"/>
          </a:p>
          <a:p>
            <a:pPr lvl="3" indent="0" algn="just">
              <a:buFont typeface="Danone One Light" panose="020B0304030202020204" pitchFamily="34" charset="0"/>
              <a:buNone/>
            </a:pPr>
            <a:r>
              <a:rPr lang="fr-FR" sz="2000" b="1" dirty="0"/>
              <a:t>- Enfin, elle doit définir le domaine d’application du système de management de la sécurité de l’information, et veiller à  mettre ce système régulièrement à jour.</a:t>
            </a:r>
            <a:endParaRPr lang="en-GB" sz="2000" b="1" dirty="0">
              <a:solidFill>
                <a:schemeClr val="accent1"/>
              </a:solidFill>
            </a:endParaRPr>
          </a:p>
          <a:p>
            <a:pPr algn="just"/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490D51C-C8FB-7A99-B1CC-AD0D861D55B1}"/>
              </a:ext>
            </a:extLst>
          </p:cNvPr>
          <p:cNvSpPr txBox="1">
            <a:spLocks/>
          </p:cNvSpPr>
          <p:nvPr/>
        </p:nvSpPr>
        <p:spPr>
          <a:xfrm>
            <a:off x="129379" y="106458"/>
            <a:ext cx="10906633" cy="12863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contexte de l’organisation (iso 27001</a:t>
            </a:r>
            <a:r>
              <a:rPr lang="fr-FR" dirty="0"/>
              <a:t>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2626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2A76B8-B2C4-1676-7914-D3E0B6520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sz="1400"/>
              <a:t>h</a:t>
            </a:r>
            <a:r>
              <a:rPr lang="fr-FR" sz="1400"/>
              <a:t>Politique Danone, contexte et stratégie</a:t>
            </a:r>
            <a:endParaRPr lang="en-GB" sz="1400"/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65A452-34C5-9084-B595-302D7762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03C95DA6-12F4-37AE-C0E3-803383FFF67C}"/>
              </a:ext>
            </a:extLst>
          </p:cNvPr>
          <p:cNvSpPr txBox="1">
            <a:spLocks/>
          </p:cNvSpPr>
          <p:nvPr/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GB" sz="1400" b="1" kern="120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F9A4F6-7BA3-4126-88A5-A8B8CE7104E5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5CC69C2-D96B-2E3E-137D-414BD0FBCCE1}"/>
              </a:ext>
            </a:extLst>
          </p:cNvPr>
          <p:cNvSpPr txBox="1">
            <a:spLocks/>
          </p:cNvSpPr>
          <p:nvPr/>
        </p:nvSpPr>
        <p:spPr>
          <a:xfrm>
            <a:off x="129380" y="838391"/>
            <a:ext cx="3455988" cy="91844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rgbClr val="EF3340"/>
                </a:solidFill>
              </a:rPr>
              <a:t>Le NIST CSF 2.0</a:t>
            </a:r>
            <a:endParaRPr lang="en-GB" dirty="0">
              <a:solidFill>
                <a:srgbClr val="EF3340"/>
              </a:solidFill>
            </a:endParaRP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1BE6CCED-BF32-68CE-341A-4D3425CFD5AF}"/>
              </a:ext>
            </a:extLst>
          </p:cNvPr>
          <p:cNvSpPr txBox="1">
            <a:spLocks/>
          </p:cNvSpPr>
          <p:nvPr/>
        </p:nvSpPr>
        <p:spPr>
          <a:xfrm>
            <a:off x="4061767" y="838391"/>
            <a:ext cx="3455988" cy="91844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57BAB7"/>
                </a:solidFill>
              </a:rPr>
              <a:t>de l’ISO 27001</a:t>
            </a:r>
            <a:endParaRPr lang="en-GB" dirty="0"/>
          </a:p>
        </p:txBody>
      </p:sp>
      <p:sp>
        <p:nvSpPr>
          <p:cNvPr id="30" name="Content Placeholder 4">
            <a:extLst>
              <a:ext uri="{FF2B5EF4-FFF2-40B4-BE49-F238E27FC236}">
                <a16:creationId xmlns:a16="http://schemas.microsoft.com/office/drawing/2014/main" id="{CFD41F47-6D8C-CC9E-9A00-BA4F503F22F6}"/>
              </a:ext>
            </a:extLst>
          </p:cNvPr>
          <p:cNvSpPr txBox="1">
            <a:spLocks/>
          </p:cNvSpPr>
          <p:nvPr/>
        </p:nvSpPr>
        <p:spPr>
          <a:xfrm>
            <a:off x="7753566" y="838391"/>
            <a:ext cx="3455988" cy="91844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rgbClr val="F88806"/>
                </a:solidFill>
              </a:rPr>
              <a:t>Exemple</a:t>
            </a:r>
            <a:endParaRPr lang="en-GB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5F66272-EE83-90FE-657A-45ECBCD4336B}"/>
              </a:ext>
            </a:extLst>
          </p:cNvPr>
          <p:cNvSpPr txBox="1">
            <a:spLocks/>
          </p:cNvSpPr>
          <p:nvPr/>
        </p:nvSpPr>
        <p:spPr>
          <a:xfrm>
            <a:off x="129379" y="2922545"/>
            <a:ext cx="3455988" cy="25055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b="1" dirty="0">
                <a:solidFill>
                  <a:srgbClr val="EF3340"/>
                </a:solidFill>
                <a:latin typeface="Aptos Narrow" panose="020B0004020202020204" pitchFamily="34" charset="0"/>
              </a:rPr>
              <a:t>● </a:t>
            </a:r>
            <a:r>
              <a:rPr lang="fr-FR" b="1" dirty="0"/>
              <a:t>Utilisation comme cadre principal pour les politiques de cybersécurité de Danone</a:t>
            </a:r>
          </a:p>
          <a:p>
            <a:pPr marL="457200" lvl="1"/>
            <a:endParaRPr lang="fr-FR" b="1" dirty="0"/>
          </a:p>
          <a:p>
            <a:pPr lvl="1"/>
            <a:r>
              <a:rPr lang="fr-FR" b="1" dirty="0">
                <a:solidFill>
                  <a:srgbClr val="EF3340"/>
                </a:solidFill>
                <a:latin typeface="Aptos Narrow" panose="020B0004020202020204" pitchFamily="34" charset="0"/>
              </a:rPr>
              <a:t>●</a:t>
            </a:r>
            <a:r>
              <a:rPr lang="fr-FR" b="1" dirty="0">
                <a:solidFill>
                  <a:srgbClr val="00ACED"/>
                </a:solidFill>
                <a:latin typeface="Aptos Narrow" panose="020B0004020202020204" pitchFamily="34" charset="0"/>
              </a:rPr>
              <a:t> </a:t>
            </a:r>
            <a:r>
              <a:rPr lang="fr-FR" b="1" dirty="0"/>
              <a:t>Mention dans le document “</a:t>
            </a:r>
            <a:r>
              <a:rPr lang="fr-FR" b="1" dirty="0" err="1"/>
              <a:t>Cybersecurity</a:t>
            </a:r>
            <a:r>
              <a:rPr lang="fr-FR" b="1" dirty="0"/>
              <a:t> </a:t>
            </a:r>
            <a:r>
              <a:rPr lang="fr-FR" b="1" dirty="0" err="1"/>
              <a:t>Framwork</a:t>
            </a:r>
            <a:r>
              <a:rPr lang="fr-FR" b="1" dirty="0"/>
              <a:t> Policy”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1429DD8-7F54-A858-9347-A820D36E896D}"/>
              </a:ext>
            </a:extLst>
          </p:cNvPr>
          <p:cNvSpPr txBox="1">
            <a:spLocks/>
          </p:cNvSpPr>
          <p:nvPr/>
        </p:nvSpPr>
        <p:spPr>
          <a:xfrm>
            <a:off x="4073309" y="2922545"/>
            <a:ext cx="3455989" cy="36929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b="1" dirty="0">
                <a:solidFill>
                  <a:schemeClr val="accent6"/>
                </a:solidFill>
              </a:rPr>
              <a:t>●</a:t>
            </a:r>
            <a:r>
              <a:rPr lang="fr-FR" b="1" dirty="0"/>
              <a:t> Le périmètre et le contexte d’application des politiques ne sont pas clairement définis.</a:t>
            </a:r>
          </a:p>
          <a:p>
            <a:pPr lvl="1"/>
            <a:endParaRPr lang="fr-FR" sz="1000" b="1" dirty="0"/>
          </a:p>
          <a:p>
            <a:pPr lvl="1"/>
            <a:r>
              <a:rPr lang="fr-FR" b="1" dirty="0">
                <a:solidFill>
                  <a:schemeClr val="accent6"/>
                </a:solidFill>
              </a:rPr>
              <a:t>● </a:t>
            </a:r>
            <a:r>
              <a:rPr lang="fr-FR" b="1" dirty="0"/>
              <a:t>Ne respecte pas l’analyse du contexte et la gouvernance adaptées au secteur et aux objectifs de l’entreprise</a:t>
            </a:r>
          </a:p>
          <a:p>
            <a:pPr lvl="1"/>
            <a:endParaRPr lang="fr-FR" sz="1000" b="1" dirty="0"/>
          </a:p>
          <a:p>
            <a:pPr lvl="1"/>
            <a:r>
              <a:rPr lang="fr-FR" b="1" dirty="0">
                <a:solidFill>
                  <a:schemeClr val="accent6"/>
                </a:solidFill>
              </a:rPr>
              <a:t>● </a:t>
            </a:r>
            <a:r>
              <a:rPr lang="fr-FR" b="1" dirty="0"/>
              <a:t>Ignore les contraintes locales (personnel, budget, outils, automatisation)</a:t>
            </a:r>
          </a:p>
          <a:p>
            <a:endParaRPr lang="en-GB" dirty="0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501CC3E6-3F38-4367-1D7C-ABAA97B9D88C}"/>
              </a:ext>
            </a:extLst>
          </p:cNvPr>
          <p:cNvSpPr txBox="1">
            <a:spLocks/>
          </p:cNvSpPr>
          <p:nvPr/>
        </p:nvSpPr>
        <p:spPr>
          <a:xfrm>
            <a:off x="7765120" y="3089996"/>
            <a:ext cx="3455988" cy="25055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fr-FR" b="1" dirty="0">
                <a:solidFill>
                  <a:srgbClr val="F88806"/>
                </a:solidFill>
                <a:latin typeface="Aptos Narrow" panose="020B0004020202020204" pitchFamily="34" charset="0"/>
              </a:rPr>
              <a:t>●</a:t>
            </a:r>
            <a:r>
              <a:rPr lang="fr-FR" b="1" dirty="0">
                <a:solidFill>
                  <a:srgbClr val="00ACED"/>
                </a:solidFill>
                <a:latin typeface="Aptos Narrow" panose="020B0004020202020204" pitchFamily="34" charset="0"/>
              </a:rPr>
              <a:t> </a:t>
            </a:r>
            <a:r>
              <a:rPr lang="fr-FR" b="1" dirty="0"/>
              <a:t>Mention dans les politiques d’une classification obligatoire et systématique, alors qu’il n’y a pas de système de classification chez Danone.</a:t>
            </a:r>
          </a:p>
          <a:p>
            <a:pPr marL="457200" lvl="1"/>
            <a:endParaRPr lang="fr-FR" b="1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E41F96C-AE8F-5966-1020-5D1BF2D84A74}"/>
              </a:ext>
            </a:extLst>
          </p:cNvPr>
          <p:cNvSpPr txBox="1"/>
          <p:nvPr/>
        </p:nvSpPr>
        <p:spPr>
          <a:xfrm>
            <a:off x="129379" y="1262504"/>
            <a:ext cx="3455988" cy="1569660"/>
          </a:xfrm>
          <a:prstGeom prst="rect">
            <a:avLst/>
          </a:prstGeom>
          <a:solidFill>
            <a:srgbClr val="EF334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9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1C13C737-0BBD-5EA2-B45F-ED512552817D}"/>
              </a:ext>
            </a:extLst>
          </p:cNvPr>
          <p:cNvSpPr txBox="1"/>
          <p:nvPr/>
        </p:nvSpPr>
        <p:spPr>
          <a:xfrm>
            <a:off x="4061754" y="1262504"/>
            <a:ext cx="3455988" cy="1569660"/>
          </a:xfrm>
          <a:prstGeom prst="rect">
            <a:avLst/>
          </a:prstGeom>
          <a:solidFill>
            <a:srgbClr val="57BAB7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9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A845D0D7-CCA0-B7D2-B1BC-FB452CDB0DC4}"/>
              </a:ext>
            </a:extLst>
          </p:cNvPr>
          <p:cNvSpPr txBox="1"/>
          <p:nvPr/>
        </p:nvSpPr>
        <p:spPr>
          <a:xfrm>
            <a:off x="7753541" y="1262504"/>
            <a:ext cx="3455988" cy="1569660"/>
          </a:xfrm>
          <a:prstGeom prst="rect">
            <a:avLst/>
          </a:prstGeom>
          <a:solidFill>
            <a:srgbClr val="F88806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9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85504318-DBF1-12CA-7FD8-680A01B4745C}"/>
              </a:ext>
            </a:extLst>
          </p:cNvPr>
          <p:cNvSpPr txBox="1">
            <a:spLocks/>
          </p:cNvSpPr>
          <p:nvPr/>
        </p:nvSpPr>
        <p:spPr>
          <a:xfrm>
            <a:off x="129379" y="106458"/>
            <a:ext cx="10906633" cy="12863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Politique Danone, contexte et stratégie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2452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F8B666D-26BC-44C1-B165-ACA4EB5A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79C5F-665D-71B4-D362-5067CE22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10" name="Picture Placeholder 20" descr="A group of people holding a globe&#10;&#10;Description automatically generated">
            <a:extLst>
              <a:ext uri="{FF2B5EF4-FFF2-40B4-BE49-F238E27FC236}">
                <a16:creationId xmlns:a16="http://schemas.microsoft.com/office/drawing/2014/main" id="{006F5C43-9C21-319A-7879-4B0242A687CF}"/>
              </a:ext>
            </a:extLst>
          </p:cNvPr>
          <p:cNvPicPr>
            <a:picLocks noGrp="1"/>
          </p:cNvPicPr>
          <p:nvPr>
            <p:ph type="pic" sz="quarter" idx="15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" b="14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39A376-92E9-AF3D-4BE9-DAC76A8C58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nl-NL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05139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none Template - Grey">
  <a:themeElements>
    <a:clrScheme name="DANONE ONE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D76E3C79-0065-4FE4-B92E-5FD7E602B963}"/>
    </a:ext>
  </a:extLst>
</a:theme>
</file>

<file path=ppt/theme/theme2.xml><?xml version="1.0" encoding="utf-8"?>
<a:theme xmlns:a="http://schemas.openxmlformats.org/drawingml/2006/main" name="Danone Template - Blue">
  <a:themeElements>
    <a:clrScheme name="DANONE ONE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F0C38640-7A5A-477B-A45B-17E7877880D6}"/>
    </a:ext>
  </a:extLst>
</a:theme>
</file>

<file path=ppt/theme/theme3.xml><?xml version="1.0" encoding="utf-8"?>
<a:theme xmlns:a="http://schemas.openxmlformats.org/drawingml/2006/main" name="Danone Template - Aqua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2FFA04DC-3324-45CC-AC51-E8F616521AC4}"/>
    </a:ext>
  </a:extLst>
</a:theme>
</file>

<file path=ppt/theme/theme4.xml><?xml version="1.0" encoding="utf-8"?>
<a:theme xmlns:a="http://schemas.openxmlformats.org/drawingml/2006/main" name="Danone Template - Navy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208D79BF-4D5E-4D85-9269-AE80A83E40B7}"/>
    </a:ext>
  </a:extLst>
</a:theme>
</file>

<file path=ppt/theme/theme5.xml><?xml version="1.0" encoding="utf-8"?>
<a:theme xmlns:a="http://schemas.openxmlformats.org/drawingml/2006/main" name="Danone Template - Red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F27B43F1-3D03-4503-AC03-BCD4F4B5E3D0}"/>
    </a:ext>
  </a:extLst>
</a:theme>
</file>

<file path=ppt/theme/theme6.xml><?xml version="1.0" encoding="utf-8"?>
<a:theme xmlns:a="http://schemas.openxmlformats.org/drawingml/2006/main" name="Danone Template - Green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A9B30FF0-F813-42C9-AC0A-74F64E5159E4}"/>
    </a:ext>
  </a:extLst>
</a:theme>
</file>

<file path=ppt/theme/theme7.xml><?xml version="1.0" encoding="utf-8"?>
<a:theme xmlns:a="http://schemas.openxmlformats.org/drawingml/2006/main" name="Danone Template - Orange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6955CD10-EA55-4FC7-9341-0A96A3900518}"/>
    </a:ext>
  </a:extLst>
</a:theme>
</file>

<file path=ppt/theme/theme8.xml><?xml version="1.0" encoding="utf-8"?>
<a:theme xmlns:a="http://schemas.openxmlformats.org/drawingml/2006/main" name="Danone Template - Dark green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FE230C26-B69F-48FA-ACC9-D05E0B275EE3}"/>
    </a:ext>
  </a:extLst>
</a:theme>
</file>

<file path=ppt/theme/theme9.xml><?xml version="1.0" encoding="utf-8"?>
<a:theme xmlns:a="http://schemas.openxmlformats.org/drawingml/2006/main" name="Danone Template - Salmon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4252BEBB-68AD-4C9C-BE28-1698C6F94448}"/>
    </a:ext>
  </a:extLst>
</a:theme>
</file>

<file path=ppt/theme/theme10.xml><?xml version="1.0" encoding="utf-8"?>
<a:theme xmlns:a="http://schemas.openxmlformats.org/drawingml/2006/main" name="Danone Template - Mint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FF604F8E-F10D-4E60-9E72-AFDEC79009E6}"/>
    </a:ext>
  </a:extLst>
</a:theme>
</file>

<file path=ppt/theme/theme11.xml><?xml version="1.0" encoding="utf-8"?>
<a:theme xmlns:a="http://schemas.openxmlformats.org/drawingml/2006/main" name="Danone Template - Pink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994F69EB-CA56-4AC2-8D97-CF45C11A5ECB}"/>
    </a:ext>
  </a:extLst>
</a:theme>
</file>

<file path=ppt/theme/theme12.xml><?xml version="1.0" encoding="utf-8"?>
<a:theme xmlns:a="http://schemas.openxmlformats.org/drawingml/2006/main" name="Danone Template - Yellow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PPT Global Template Standard Quality 1123 - Danone Corporate Brand" id="{04410A55-E3FE-4E2D-8AB4-FEFA751947BA}" vid="{49B89E50-97C9-4476-830F-570E18D65BAC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anone One Condense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anone One Condense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9cf006e-2074-4382-8ecd-f643aaae3fd6" xsi:nil="true"/>
    <lcf76f155ced4ddcb4097134ff3c332f xmlns="1a8ddfe7-b802-4a6a-a891-89a1cd5f48e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896826AD45C04A99BD07CE4B9ACA36" ma:contentTypeVersion="18" ma:contentTypeDescription="Crée un document." ma:contentTypeScope="" ma:versionID="1f4328e538c6f0d6f5a1ee612d4ce14b">
  <xsd:schema xmlns:xsd="http://www.w3.org/2001/XMLSchema" xmlns:xs="http://www.w3.org/2001/XMLSchema" xmlns:p="http://schemas.microsoft.com/office/2006/metadata/properties" xmlns:ns2="1a8ddfe7-b802-4a6a-a891-89a1cd5f48e9" xmlns:ns3="a9cf006e-2074-4382-8ecd-f643aaae3fd6" targetNamespace="http://schemas.microsoft.com/office/2006/metadata/properties" ma:root="true" ma:fieldsID="16934d2dfd1ffe72cedaa4b030bb2f7b" ns2:_="" ns3:_="">
    <xsd:import namespace="1a8ddfe7-b802-4a6a-a891-89a1cd5f48e9"/>
    <xsd:import namespace="a9cf006e-2074-4382-8ecd-f643aaae3f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3:TaxCatchAll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ddfe7-b802-4a6a-a891-89a1cd5f48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407613a9-4562-4fb5-9dce-6328340619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cf006e-2074-4382-8ecd-f643aaae3fd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8cbd96d-f1f4-4322-a188-df8942310354}" ma:internalName="TaxCatchAll" ma:showField="CatchAllData" ma:web="a9cf006e-2074-4382-8ecd-f643aaae3f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33E4D9-0FAD-4C0C-AE9A-5932B9607F81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8a3ac96c-0641-4993-8b3d-d58772db778b"/>
    <ds:schemaRef ds:uri="a9cf006e-2074-4382-8ecd-f643aaae3fd6"/>
    <ds:schemaRef ds:uri="1a8ddfe7-b802-4a6a-a891-89a1cd5f48e9"/>
  </ds:schemaRefs>
</ds:datastoreItem>
</file>

<file path=customXml/itemProps2.xml><?xml version="1.0" encoding="utf-8"?>
<ds:datastoreItem xmlns:ds="http://schemas.openxmlformats.org/officeDocument/2006/customXml" ds:itemID="{0AA4CCAC-73D3-4F2A-976D-72944940DE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DDA4FF-BF9A-48B1-84C7-AAFEEF10F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ddfe7-b802-4a6a-a891-89a1cd5f48e9"/>
    <ds:schemaRef ds:uri="a9cf006e-2074-4382-8ecd-f643aaae3f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720ed5e-c545-46eb-99a5-958dd333e9f2}" enabled="0" method="" siteId="{4720ed5e-c545-46eb-99a5-958dd333e9f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 Global Template Standard Quality 1123 - Danone Corporate Brand</Template>
  <TotalTime>16</TotalTime>
  <Words>340</Words>
  <Application>Microsoft Office PowerPoint</Application>
  <PresentationFormat>Grand écran</PresentationFormat>
  <Paragraphs>50</Paragraphs>
  <Slides>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12</vt:i4>
      </vt:variant>
      <vt:variant>
        <vt:lpstr>Titres des diapositives</vt:lpstr>
      </vt:variant>
      <vt:variant>
        <vt:i4>5</vt:i4>
      </vt:variant>
    </vt:vector>
  </HeadingPairs>
  <TitlesOfParts>
    <vt:vector size="24" baseType="lpstr">
      <vt:lpstr>Danone One Light</vt:lpstr>
      <vt:lpstr>Danone One</vt:lpstr>
      <vt:lpstr>Danone One Condensed</vt:lpstr>
      <vt:lpstr>Oswald Light</vt:lpstr>
      <vt:lpstr>Aptos Narrow</vt:lpstr>
      <vt:lpstr>Oswald SemiBold</vt:lpstr>
      <vt:lpstr>Arial</vt:lpstr>
      <vt:lpstr>Danone Template - Grey</vt:lpstr>
      <vt:lpstr>Danone Template - Blue</vt:lpstr>
      <vt:lpstr>Danone Template - Aqua</vt:lpstr>
      <vt:lpstr>Danone Template - Navy</vt:lpstr>
      <vt:lpstr>Danone Template - Red</vt:lpstr>
      <vt:lpstr>Danone Template - Green</vt:lpstr>
      <vt:lpstr>Danone Template - Orange</vt:lpstr>
      <vt:lpstr>Danone Template - Dark green</vt:lpstr>
      <vt:lpstr>Danone Template - Salmon</vt:lpstr>
      <vt:lpstr>Danone Template - Mint</vt:lpstr>
      <vt:lpstr>Danone Template - Pink</vt:lpstr>
      <vt:lpstr>Danone Template - Yellow</vt:lpstr>
      <vt:lpstr>De l’ISO/NIST  au Référentiel Danone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Idea: fight against Slip trip and fall</dc:title>
  <dc:creator>MORENO ORTIZ Martha</dc:creator>
  <cp:lastModifiedBy>PORTE Sandrine</cp:lastModifiedBy>
  <cp:revision>5</cp:revision>
  <cp:lastPrinted>2023-11-22T11:50:05Z</cp:lastPrinted>
  <dcterms:created xsi:type="dcterms:W3CDTF">2024-04-09T13:23:28Z</dcterms:created>
  <dcterms:modified xsi:type="dcterms:W3CDTF">2025-05-27T11:20:58Z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0x0101008B98FDA70934BD42AED520B0BB02B3E9</vt:lpwstr>
  </property>
</Properties>
</file>